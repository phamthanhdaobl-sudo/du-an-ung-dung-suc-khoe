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Baloo" panose="03080902040302020200" pitchFamily="66" charset="77"/>
      <p:regular r:id="rId20"/>
    </p:embeddedFont>
    <p:embeddedFont>
      <p:font typeface="Canva Sans Bold" panose="020B0803030501040103" pitchFamily="34" charset="0"/>
      <p:regular r:id="rId21"/>
      <p:bold r:id="rId22"/>
    </p:embeddedFont>
    <p:embeddedFont>
      <p:font typeface="Comic Sans" panose="030F0902030302020204" pitchFamily="66" charset="0"/>
      <p:regular r:id="rId23"/>
      <p:bold r:id="rId24"/>
      <p:boldItalic r:id="rId25"/>
    </p:embeddedFont>
    <p:embeddedFont>
      <p:font typeface="Jeepers" panose="02000000000000000000" pitchFamily="2" charset="0"/>
      <p:regular r:id="rId26"/>
    </p:embeddedFont>
    <p:embeddedFont>
      <p:font typeface="Muli" pitchFamily="2" charset="77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 varScale="1">
        <p:scale>
          <a:sx n="80" d="100"/>
          <a:sy n="80" d="100"/>
        </p:scale>
        <p:origin x="312" y="3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2.svg"/><Relationship Id="rId7" Type="http://schemas.openxmlformats.org/officeDocument/2006/relationships/image" Target="../media/image2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.svg"/><Relationship Id="rId7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7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.svg"/><Relationship Id="rId7" Type="http://schemas.openxmlformats.org/officeDocument/2006/relationships/image" Target="../media/image2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10" Type="http://schemas.openxmlformats.org/officeDocument/2006/relationships/image" Target="../media/image32.svg"/><Relationship Id="rId4" Type="http://schemas.openxmlformats.org/officeDocument/2006/relationships/image" Target="../media/image4.svg"/><Relationship Id="rId9" Type="http://schemas.openxmlformats.org/officeDocument/2006/relationships/image" Target="../media/image31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2.svg"/><Relationship Id="rId7" Type="http://schemas.openxmlformats.org/officeDocument/2006/relationships/image" Target="../media/image3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354122">
            <a:off x="1209778" y="5897641"/>
            <a:ext cx="5110720" cy="10610780"/>
          </a:xfrm>
          <a:custGeom>
            <a:avLst/>
            <a:gdLst/>
            <a:ahLst/>
            <a:cxnLst/>
            <a:rect l="l" t="t" r="r" b="b"/>
            <a:pathLst>
              <a:path w="5110720" h="10610780">
                <a:moveTo>
                  <a:pt x="0" y="0"/>
                </a:moveTo>
                <a:lnTo>
                  <a:pt x="5110720" y="0"/>
                </a:lnTo>
                <a:lnTo>
                  <a:pt x="5110720" y="10610781"/>
                </a:lnTo>
                <a:lnTo>
                  <a:pt x="0" y="10610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659" b="-1766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87862" y="2565055"/>
            <a:ext cx="11712276" cy="3043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33"/>
              </a:lnSpc>
            </a:pP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Dự</a:t>
            </a:r>
            <a:r>
              <a:rPr lang="en-US" sz="10864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Án</a:t>
            </a:r>
            <a:r>
              <a:rPr lang="en-US" sz="10864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Ứng</a:t>
            </a:r>
            <a:r>
              <a:rPr lang="en-US" sz="10864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Dụng</a:t>
            </a:r>
            <a:r>
              <a:rPr lang="en-US" sz="10864" dirty="0">
                <a:latin typeface="Baloo"/>
                <a:ea typeface="Baloo"/>
                <a:cs typeface="Baloo"/>
                <a:sym typeface="Baloo"/>
              </a:rPr>
              <a:t> Sức </a:t>
            </a: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Khoẻ</a:t>
            </a:r>
            <a:endParaRPr lang="en-US" sz="10864" dirty="0"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4" name="Freeform 4"/>
          <p:cNvSpPr/>
          <p:nvPr/>
        </p:nvSpPr>
        <p:spPr>
          <a:xfrm rot="1730560">
            <a:off x="13450271" y="-4790967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0613" flipH="1">
            <a:off x="-2525112" y="-4461545"/>
            <a:ext cx="7384809" cy="7326133"/>
          </a:xfrm>
          <a:custGeom>
            <a:avLst/>
            <a:gdLst/>
            <a:ahLst/>
            <a:cxnLst/>
            <a:rect l="l" t="t" r="r" b="b"/>
            <a:pathLst>
              <a:path w="7384809" h="7326133">
                <a:moveTo>
                  <a:pt x="7384809" y="0"/>
                </a:moveTo>
                <a:lnTo>
                  <a:pt x="0" y="0"/>
                </a:lnTo>
                <a:lnTo>
                  <a:pt x="0" y="7326133"/>
                </a:lnTo>
                <a:lnTo>
                  <a:pt x="7384809" y="7326133"/>
                </a:lnTo>
                <a:lnTo>
                  <a:pt x="73848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442721">
            <a:off x="10964576" y="8193510"/>
            <a:ext cx="11532843" cy="12484810"/>
          </a:xfrm>
          <a:custGeom>
            <a:avLst/>
            <a:gdLst/>
            <a:ahLst/>
            <a:cxnLst/>
            <a:rect l="l" t="t" r="r" b="b"/>
            <a:pathLst>
              <a:path w="11532843" h="12484810">
                <a:moveTo>
                  <a:pt x="0" y="0"/>
                </a:moveTo>
                <a:lnTo>
                  <a:pt x="11532844" y="0"/>
                </a:lnTo>
                <a:lnTo>
                  <a:pt x="11532844" y="12484810"/>
                </a:lnTo>
                <a:lnTo>
                  <a:pt x="0" y="12484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973175" y="7296125"/>
            <a:ext cx="4606173" cy="2990875"/>
          </a:xfrm>
          <a:custGeom>
            <a:avLst/>
            <a:gdLst/>
            <a:ahLst/>
            <a:cxnLst/>
            <a:rect l="l" t="t" r="r" b="b"/>
            <a:pathLst>
              <a:path w="4606173" h="2990875">
                <a:moveTo>
                  <a:pt x="0" y="0"/>
                </a:moveTo>
                <a:lnTo>
                  <a:pt x="4606173" y="0"/>
                </a:lnTo>
                <a:lnTo>
                  <a:pt x="4606173" y="2990875"/>
                </a:lnTo>
                <a:lnTo>
                  <a:pt x="0" y="2990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4314825" y="5866356"/>
            <a:ext cx="9658350" cy="1239970"/>
            <a:chOff x="0" y="0"/>
            <a:chExt cx="2543763" cy="3265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43763" cy="326576"/>
            </a:xfrm>
            <a:custGeom>
              <a:avLst/>
              <a:gdLst/>
              <a:ahLst/>
              <a:cxnLst/>
              <a:rect l="l" t="t" r="r" b="b"/>
              <a:pathLst>
                <a:path w="2543763" h="326576">
                  <a:moveTo>
                    <a:pt x="40880" y="0"/>
                  </a:moveTo>
                  <a:lnTo>
                    <a:pt x="2502882" y="0"/>
                  </a:lnTo>
                  <a:cubicBezTo>
                    <a:pt x="2513725" y="0"/>
                    <a:pt x="2524123" y="4307"/>
                    <a:pt x="2531789" y="11974"/>
                  </a:cubicBezTo>
                  <a:cubicBezTo>
                    <a:pt x="2539456" y="19640"/>
                    <a:pt x="2543763" y="30038"/>
                    <a:pt x="2543763" y="40880"/>
                  </a:cubicBezTo>
                  <a:lnTo>
                    <a:pt x="2543763" y="285696"/>
                  </a:lnTo>
                  <a:cubicBezTo>
                    <a:pt x="2543763" y="296538"/>
                    <a:pt x="2539456" y="306936"/>
                    <a:pt x="2531789" y="314603"/>
                  </a:cubicBezTo>
                  <a:cubicBezTo>
                    <a:pt x="2524123" y="322269"/>
                    <a:pt x="2513725" y="326576"/>
                    <a:pt x="2502882" y="326576"/>
                  </a:cubicBezTo>
                  <a:lnTo>
                    <a:pt x="40880" y="326576"/>
                  </a:lnTo>
                  <a:cubicBezTo>
                    <a:pt x="30038" y="326576"/>
                    <a:pt x="19640" y="322269"/>
                    <a:pt x="11974" y="314603"/>
                  </a:cubicBezTo>
                  <a:cubicBezTo>
                    <a:pt x="4307" y="306936"/>
                    <a:pt x="0" y="296538"/>
                    <a:pt x="0" y="285696"/>
                  </a:cubicBezTo>
                  <a:lnTo>
                    <a:pt x="0" y="40880"/>
                  </a:lnTo>
                  <a:cubicBezTo>
                    <a:pt x="0" y="30038"/>
                    <a:pt x="4307" y="19640"/>
                    <a:pt x="11974" y="11974"/>
                  </a:cubicBezTo>
                  <a:cubicBezTo>
                    <a:pt x="19640" y="4307"/>
                    <a:pt x="30038" y="0"/>
                    <a:pt x="40880" y="0"/>
                  </a:cubicBezTo>
                  <a:close/>
                </a:path>
              </a:pathLst>
            </a:custGeom>
            <a:solidFill>
              <a:srgbClr val="FFC979"/>
            </a:solidFill>
            <a:ln w="38100" cap="rnd">
              <a:solidFill>
                <a:srgbClr val="65431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543763" cy="364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808784" y="0"/>
            <a:ext cx="2901032" cy="1661500"/>
          </a:xfrm>
          <a:custGeom>
            <a:avLst/>
            <a:gdLst/>
            <a:ahLst/>
            <a:cxnLst/>
            <a:rect l="l" t="t" r="r" b="b"/>
            <a:pathLst>
              <a:path w="2901032" h="1661500">
                <a:moveTo>
                  <a:pt x="0" y="0"/>
                </a:moveTo>
                <a:lnTo>
                  <a:pt x="2901032" y="0"/>
                </a:lnTo>
                <a:lnTo>
                  <a:pt x="2901032" y="1661500"/>
                </a:lnTo>
                <a:lnTo>
                  <a:pt x="0" y="166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2020223">
            <a:off x="-403763" y="-78410"/>
            <a:ext cx="3142110" cy="1799572"/>
          </a:xfrm>
          <a:custGeom>
            <a:avLst/>
            <a:gdLst/>
            <a:ahLst/>
            <a:cxnLst/>
            <a:rect l="l" t="t" r="r" b="b"/>
            <a:pathLst>
              <a:path w="3142110" h="1799572">
                <a:moveTo>
                  <a:pt x="0" y="0"/>
                </a:moveTo>
                <a:lnTo>
                  <a:pt x="3142110" y="0"/>
                </a:lnTo>
                <a:lnTo>
                  <a:pt x="3142110" y="1799572"/>
                </a:lnTo>
                <a:lnTo>
                  <a:pt x="0" y="1799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0" y="7175728"/>
            <a:ext cx="4752826" cy="3086100"/>
          </a:xfrm>
          <a:custGeom>
            <a:avLst/>
            <a:gdLst/>
            <a:ahLst/>
            <a:cxnLst/>
            <a:rect l="l" t="t" r="r" b="b"/>
            <a:pathLst>
              <a:path w="4752826" h="3086100">
                <a:moveTo>
                  <a:pt x="0" y="0"/>
                </a:moveTo>
                <a:lnTo>
                  <a:pt x="4752826" y="0"/>
                </a:lnTo>
                <a:lnTo>
                  <a:pt x="4752826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3808833">
            <a:off x="5098480" y="8551994"/>
            <a:ext cx="1151244" cy="2463751"/>
          </a:xfrm>
          <a:custGeom>
            <a:avLst/>
            <a:gdLst/>
            <a:ahLst/>
            <a:cxnLst/>
            <a:rect l="l" t="t" r="r" b="b"/>
            <a:pathLst>
              <a:path w="1151244" h="2463751">
                <a:moveTo>
                  <a:pt x="0" y="0"/>
                </a:moveTo>
                <a:lnTo>
                  <a:pt x="1151244" y="0"/>
                </a:lnTo>
                <a:lnTo>
                  <a:pt x="1151244" y="2463751"/>
                </a:lnTo>
                <a:lnTo>
                  <a:pt x="0" y="2463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58547">
            <a:off x="12258691" y="8903790"/>
            <a:ext cx="1488334" cy="1723334"/>
          </a:xfrm>
          <a:custGeom>
            <a:avLst/>
            <a:gdLst/>
            <a:ahLst/>
            <a:cxnLst/>
            <a:rect l="l" t="t" r="r" b="b"/>
            <a:pathLst>
              <a:path w="1488334" h="1723334">
                <a:moveTo>
                  <a:pt x="0" y="0"/>
                </a:moveTo>
                <a:lnTo>
                  <a:pt x="1488334" y="0"/>
                </a:lnTo>
                <a:lnTo>
                  <a:pt x="1488334" y="1723334"/>
                </a:lnTo>
                <a:lnTo>
                  <a:pt x="0" y="17233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396309">
            <a:off x="16465369" y="5122894"/>
            <a:ext cx="2770909" cy="3447963"/>
          </a:xfrm>
          <a:custGeom>
            <a:avLst/>
            <a:gdLst/>
            <a:ahLst/>
            <a:cxnLst/>
            <a:rect l="l" t="t" r="r" b="b"/>
            <a:pathLst>
              <a:path w="2770909" h="3447963">
                <a:moveTo>
                  <a:pt x="0" y="0"/>
                </a:moveTo>
                <a:lnTo>
                  <a:pt x="2770909" y="0"/>
                </a:lnTo>
                <a:lnTo>
                  <a:pt x="2770909" y="3447963"/>
                </a:lnTo>
                <a:lnTo>
                  <a:pt x="0" y="34479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2531404">
            <a:off x="-445739" y="4967530"/>
            <a:ext cx="1593191" cy="3042552"/>
          </a:xfrm>
          <a:custGeom>
            <a:avLst/>
            <a:gdLst/>
            <a:ahLst/>
            <a:cxnLst/>
            <a:rect l="l" t="t" r="r" b="b"/>
            <a:pathLst>
              <a:path w="1593191" h="3042552">
                <a:moveTo>
                  <a:pt x="0" y="0"/>
                </a:moveTo>
                <a:lnTo>
                  <a:pt x="1593191" y="0"/>
                </a:lnTo>
                <a:lnTo>
                  <a:pt x="1593191" y="3042552"/>
                </a:lnTo>
                <a:lnTo>
                  <a:pt x="0" y="304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752826" y="6072798"/>
            <a:ext cx="8782347" cy="74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5"/>
              </a:lnSpc>
            </a:pPr>
            <a:r>
              <a:rPr lang="en-US" sz="436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5 anh 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354122">
            <a:off x="1209778" y="5897641"/>
            <a:ext cx="5110720" cy="10610780"/>
          </a:xfrm>
          <a:custGeom>
            <a:avLst/>
            <a:gdLst/>
            <a:ahLst/>
            <a:cxnLst/>
            <a:rect l="l" t="t" r="r" b="b"/>
            <a:pathLst>
              <a:path w="5110720" h="10610780">
                <a:moveTo>
                  <a:pt x="0" y="0"/>
                </a:moveTo>
                <a:lnTo>
                  <a:pt x="5110720" y="0"/>
                </a:lnTo>
                <a:lnTo>
                  <a:pt x="5110720" y="10610781"/>
                </a:lnTo>
                <a:lnTo>
                  <a:pt x="0" y="10610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659" b="-1766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055482" y="892459"/>
            <a:ext cx="12417061" cy="1548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8"/>
              </a:lnSpc>
            </a:pPr>
            <a:r>
              <a:rPr lang="en-US" sz="11016">
                <a:solidFill>
                  <a:srgbClr val="FFFAF2"/>
                </a:solidFill>
                <a:latin typeface="Baloo"/>
                <a:ea typeface="Baloo"/>
                <a:cs typeface="Baloo"/>
                <a:sym typeface="Baloo"/>
              </a:rPr>
              <a:t>Thành viên nhóm</a:t>
            </a:r>
          </a:p>
        </p:txBody>
      </p:sp>
      <p:sp>
        <p:nvSpPr>
          <p:cNvPr id="4" name="Freeform 4"/>
          <p:cNvSpPr/>
          <p:nvPr/>
        </p:nvSpPr>
        <p:spPr>
          <a:xfrm rot="1730560">
            <a:off x="13450271" y="-4790967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0613" flipH="1">
            <a:off x="-2525112" y="-4461545"/>
            <a:ext cx="7384809" cy="7326133"/>
          </a:xfrm>
          <a:custGeom>
            <a:avLst/>
            <a:gdLst/>
            <a:ahLst/>
            <a:cxnLst/>
            <a:rect l="l" t="t" r="r" b="b"/>
            <a:pathLst>
              <a:path w="7384809" h="7326133">
                <a:moveTo>
                  <a:pt x="7384809" y="0"/>
                </a:moveTo>
                <a:lnTo>
                  <a:pt x="0" y="0"/>
                </a:lnTo>
                <a:lnTo>
                  <a:pt x="0" y="7326133"/>
                </a:lnTo>
                <a:lnTo>
                  <a:pt x="7384809" y="7326133"/>
                </a:lnTo>
                <a:lnTo>
                  <a:pt x="73848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442721">
            <a:off x="10964576" y="8193510"/>
            <a:ext cx="11532843" cy="12484810"/>
          </a:xfrm>
          <a:custGeom>
            <a:avLst/>
            <a:gdLst/>
            <a:ahLst/>
            <a:cxnLst/>
            <a:rect l="l" t="t" r="r" b="b"/>
            <a:pathLst>
              <a:path w="11532843" h="12484810">
                <a:moveTo>
                  <a:pt x="0" y="0"/>
                </a:moveTo>
                <a:lnTo>
                  <a:pt x="11532844" y="0"/>
                </a:lnTo>
                <a:lnTo>
                  <a:pt x="11532844" y="12484810"/>
                </a:lnTo>
                <a:lnTo>
                  <a:pt x="0" y="12484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733744" y="2636628"/>
            <a:ext cx="6820511" cy="1032642"/>
            <a:chOff x="0" y="0"/>
            <a:chExt cx="1796349" cy="2719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6349" cy="271971"/>
            </a:xfrm>
            <a:custGeom>
              <a:avLst/>
              <a:gdLst/>
              <a:ahLst/>
              <a:cxnLst/>
              <a:rect l="l" t="t" r="r" b="b"/>
              <a:pathLst>
                <a:path w="1796349" h="271971">
                  <a:moveTo>
                    <a:pt x="57890" y="0"/>
                  </a:moveTo>
                  <a:lnTo>
                    <a:pt x="1738459" y="0"/>
                  </a:lnTo>
                  <a:cubicBezTo>
                    <a:pt x="1770431" y="0"/>
                    <a:pt x="1796349" y="25918"/>
                    <a:pt x="1796349" y="57890"/>
                  </a:cubicBezTo>
                  <a:lnTo>
                    <a:pt x="1796349" y="214082"/>
                  </a:lnTo>
                  <a:cubicBezTo>
                    <a:pt x="1796349" y="246053"/>
                    <a:pt x="1770431" y="271971"/>
                    <a:pt x="1738459" y="271971"/>
                  </a:cubicBezTo>
                  <a:lnTo>
                    <a:pt x="57890" y="271971"/>
                  </a:lnTo>
                  <a:cubicBezTo>
                    <a:pt x="25918" y="271971"/>
                    <a:pt x="0" y="246053"/>
                    <a:pt x="0" y="214082"/>
                  </a:cubicBezTo>
                  <a:lnTo>
                    <a:pt x="0" y="57890"/>
                  </a:lnTo>
                  <a:cubicBezTo>
                    <a:pt x="0" y="25918"/>
                    <a:pt x="25918" y="0"/>
                    <a:pt x="57890" y="0"/>
                  </a:cubicBezTo>
                  <a:close/>
                </a:path>
              </a:pathLst>
            </a:custGeom>
            <a:solidFill>
              <a:srgbClr val="FFC979"/>
            </a:solidFill>
            <a:ln w="38100" cap="rnd">
              <a:solidFill>
                <a:srgbClr val="65431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96349" cy="310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33744" y="3978089"/>
            <a:ext cx="6820511" cy="1032642"/>
            <a:chOff x="0" y="0"/>
            <a:chExt cx="1796349" cy="2719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96349" cy="271971"/>
            </a:xfrm>
            <a:custGeom>
              <a:avLst/>
              <a:gdLst/>
              <a:ahLst/>
              <a:cxnLst/>
              <a:rect l="l" t="t" r="r" b="b"/>
              <a:pathLst>
                <a:path w="1796349" h="271971">
                  <a:moveTo>
                    <a:pt x="57890" y="0"/>
                  </a:moveTo>
                  <a:lnTo>
                    <a:pt x="1738459" y="0"/>
                  </a:lnTo>
                  <a:cubicBezTo>
                    <a:pt x="1770431" y="0"/>
                    <a:pt x="1796349" y="25918"/>
                    <a:pt x="1796349" y="57890"/>
                  </a:cubicBezTo>
                  <a:lnTo>
                    <a:pt x="1796349" y="214082"/>
                  </a:lnTo>
                  <a:cubicBezTo>
                    <a:pt x="1796349" y="246053"/>
                    <a:pt x="1770431" y="271971"/>
                    <a:pt x="1738459" y="271971"/>
                  </a:cubicBezTo>
                  <a:lnTo>
                    <a:pt x="57890" y="271971"/>
                  </a:lnTo>
                  <a:cubicBezTo>
                    <a:pt x="25918" y="271971"/>
                    <a:pt x="0" y="246053"/>
                    <a:pt x="0" y="214082"/>
                  </a:cubicBezTo>
                  <a:lnTo>
                    <a:pt x="0" y="57890"/>
                  </a:lnTo>
                  <a:cubicBezTo>
                    <a:pt x="0" y="25918"/>
                    <a:pt x="25918" y="0"/>
                    <a:pt x="57890" y="0"/>
                  </a:cubicBezTo>
                  <a:close/>
                </a:path>
              </a:pathLst>
            </a:custGeom>
            <a:solidFill>
              <a:srgbClr val="FFC979"/>
            </a:solidFill>
            <a:ln w="38100" cap="rnd">
              <a:solidFill>
                <a:srgbClr val="65431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96349" cy="310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33744" y="5401256"/>
            <a:ext cx="6820511" cy="1032642"/>
            <a:chOff x="0" y="0"/>
            <a:chExt cx="1796349" cy="2719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96349" cy="271971"/>
            </a:xfrm>
            <a:custGeom>
              <a:avLst/>
              <a:gdLst/>
              <a:ahLst/>
              <a:cxnLst/>
              <a:rect l="l" t="t" r="r" b="b"/>
              <a:pathLst>
                <a:path w="1796349" h="271971">
                  <a:moveTo>
                    <a:pt x="57890" y="0"/>
                  </a:moveTo>
                  <a:lnTo>
                    <a:pt x="1738459" y="0"/>
                  </a:lnTo>
                  <a:cubicBezTo>
                    <a:pt x="1770431" y="0"/>
                    <a:pt x="1796349" y="25918"/>
                    <a:pt x="1796349" y="57890"/>
                  </a:cubicBezTo>
                  <a:lnTo>
                    <a:pt x="1796349" y="214082"/>
                  </a:lnTo>
                  <a:cubicBezTo>
                    <a:pt x="1796349" y="246053"/>
                    <a:pt x="1770431" y="271971"/>
                    <a:pt x="1738459" y="271971"/>
                  </a:cubicBezTo>
                  <a:lnTo>
                    <a:pt x="57890" y="271971"/>
                  </a:lnTo>
                  <a:cubicBezTo>
                    <a:pt x="25918" y="271971"/>
                    <a:pt x="0" y="246053"/>
                    <a:pt x="0" y="214082"/>
                  </a:cubicBezTo>
                  <a:lnTo>
                    <a:pt x="0" y="57890"/>
                  </a:lnTo>
                  <a:cubicBezTo>
                    <a:pt x="0" y="25918"/>
                    <a:pt x="25918" y="0"/>
                    <a:pt x="57890" y="0"/>
                  </a:cubicBezTo>
                  <a:close/>
                </a:path>
              </a:pathLst>
            </a:custGeom>
            <a:solidFill>
              <a:srgbClr val="FFC979"/>
            </a:solidFill>
            <a:ln w="38100" cap="rnd">
              <a:solidFill>
                <a:srgbClr val="65431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96349" cy="310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33744" y="6824422"/>
            <a:ext cx="6820511" cy="1032642"/>
            <a:chOff x="0" y="0"/>
            <a:chExt cx="1796349" cy="2719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96349" cy="271971"/>
            </a:xfrm>
            <a:custGeom>
              <a:avLst/>
              <a:gdLst/>
              <a:ahLst/>
              <a:cxnLst/>
              <a:rect l="l" t="t" r="r" b="b"/>
              <a:pathLst>
                <a:path w="1796349" h="271971">
                  <a:moveTo>
                    <a:pt x="57890" y="0"/>
                  </a:moveTo>
                  <a:lnTo>
                    <a:pt x="1738459" y="0"/>
                  </a:lnTo>
                  <a:cubicBezTo>
                    <a:pt x="1770431" y="0"/>
                    <a:pt x="1796349" y="25918"/>
                    <a:pt x="1796349" y="57890"/>
                  </a:cubicBezTo>
                  <a:lnTo>
                    <a:pt x="1796349" y="214082"/>
                  </a:lnTo>
                  <a:cubicBezTo>
                    <a:pt x="1796349" y="246053"/>
                    <a:pt x="1770431" y="271971"/>
                    <a:pt x="1738459" y="271971"/>
                  </a:cubicBezTo>
                  <a:lnTo>
                    <a:pt x="57890" y="271971"/>
                  </a:lnTo>
                  <a:cubicBezTo>
                    <a:pt x="25918" y="271971"/>
                    <a:pt x="0" y="246053"/>
                    <a:pt x="0" y="214082"/>
                  </a:cubicBezTo>
                  <a:lnTo>
                    <a:pt x="0" y="57890"/>
                  </a:lnTo>
                  <a:cubicBezTo>
                    <a:pt x="0" y="25918"/>
                    <a:pt x="25918" y="0"/>
                    <a:pt x="57890" y="0"/>
                  </a:cubicBezTo>
                  <a:close/>
                </a:path>
              </a:pathLst>
            </a:custGeom>
            <a:solidFill>
              <a:srgbClr val="FFC979"/>
            </a:solidFill>
            <a:ln w="38100" cap="rnd">
              <a:solidFill>
                <a:srgbClr val="65431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796349" cy="310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-2533563">
            <a:off x="16010217" y="-1308099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4742441">
            <a:off x="-54540" y="-1308099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90207" y="6730052"/>
            <a:ext cx="4171992" cy="3114191"/>
          </a:xfrm>
          <a:custGeom>
            <a:avLst/>
            <a:gdLst/>
            <a:ahLst/>
            <a:cxnLst/>
            <a:rect l="l" t="t" r="r" b="b"/>
            <a:pathLst>
              <a:path w="4171992" h="3114191">
                <a:moveTo>
                  <a:pt x="0" y="0"/>
                </a:moveTo>
                <a:lnTo>
                  <a:pt x="4171991" y="0"/>
                </a:lnTo>
                <a:lnTo>
                  <a:pt x="4171991" y="3114190"/>
                </a:lnTo>
                <a:lnTo>
                  <a:pt x="0" y="31141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3513643" y="6730052"/>
            <a:ext cx="4418261" cy="3144920"/>
          </a:xfrm>
          <a:custGeom>
            <a:avLst/>
            <a:gdLst/>
            <a:ahLst/>
            <a:cxnLst/>
            <a:rect l="l" t="t" r="r" b="b"/>
            <a:pathLst>
              <a:path w="4418261" h="3144920">
                <a:moveTo>
                  <a:pt x="0" y="0"/>
                </a:moveTo>
                <a:lnTo>
                  <a:pt x="4418261" y="0"/>
                </a:lnTo>
                <a:lnTo>
                  <a:pt x="4418261" y="3144919"/>
                </a:lnTo>
                <a:lnTo>
                  <a:pt x="0" y="31449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278503" y="4198527"/>
            <a:ext cx="3306803" cy="4114800"/>
          </a:xfrm>
          <a:custGeom>
            <a:avLst/>
            <a:gdLst/>
            <a:ahLst/>
            <a:cxnLst/>
            <a:rect l="l" t="t" r="r" b="b"/>
            <a:pathLst>
              <a:path w="3306803" h="4114800">
                <a:moveTo>
                  <a:pt x="0" y="0"/>
                </a:moveTo>
                <a:lnTo>
                  <a:pt x="3306803" y="0"/>
                </a:lnTo>
                <a:lnTo>
                  <a:pt x="33068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2935622">
            <a:off x="-471441" y="3973082"/>
            <a:ext cx="2132478" cy="3575801"/>
          </a:xfrm>
          <a:custGeom>
            <a:avLst/>
            <a:gdLst/>
            <a:ahLst/>
            <a:cxnLst/>
            <a:rect l="l" t="t" r="r" b="b"/>
            <a:pathLst>
              <a:path w="2132478" h="3575801">
                <a:moveTo>
                  <a:pt x="0" y="0"/>
                </a:moveTo>
                <a:lnTo>
                  <a:pt x="2132478" y="0"/>
                </a:lnTo>
                <a:lnTo>
                  <a:pt x="2132478" y="3575801"/>
                </a:lnTo>
                <a:lnTo>
                  <a:pt x="0" y="35758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799404" y="2742205"/>
            <a:ext cx="4689192" cy="753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2"/>
              </a:lnSpc>
            </a:pPr>
            <a:r>
              <a:rPr lang="en-US" sz="4415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Phạm Thành Đạo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56107" y="3974070"/>
            <a:ext cx="6215810" cy="753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2"/>
              </a:lnSpc>
            </a:pPr>
            <a:r>
              <a:rPr lang="en-US" sz="4415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Nguyễn Trần Đan Linh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99404" y="5486981"/>
            <a:ext cx="4689192" cy="753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2"/>
              </a:lnSpc>
            </a:pPr>
            <a:r>
              <a:rPr lang="en-US" sz="4415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Lâm Hữu Nghị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19416" y="6910147"/>
            <a:ext cx="4689192" cy="753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2"/>
              </a:lnSpc>
            </a:pPr>
            <a:r>
              <a:rPr lang="en-US" sz="4415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Phạm Bình Minh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853757" y="8287147"/>
            <a:ext cx="6820511" cy="1032642"/>
            <a:chOff x="0" y="0"/>
            <a:chExt cx="1796349" cy="27197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796349" cy="271971"/>
            </a:xfrm>
            <a:custGeom>
              <a:avLst/>
              <a:gdLst/>
              <a:ahLst/>
              <a:cxnLst/>
              <a:rect l="l" t="t" r="r" b="b"/>
              <a:pathLst>
                <a:path w="1796349" h="271971">
                  <a:moveTo>
                    <a:pt x="57890" y="0"/>
                  </a:moveTo>
                  <a:lnTo>
                    <a:pt x="1738459" y="0"/>
                  </a:lnTo>
                  <a:cubicBezTo>
                    <a:pt x="1770431" y="0"/>
                    <a:pt x="1796349" y="25918"/>
                    <a:pt x="1796349" y="57890"/>
                  </a:cubicBezTo>
                  <a:lnTo>
                    <a:pt x="1796349" y="214082"/>
                  </a:lnTo>
                  <a:cubicBezTo>
                    <a:pt x="1796349" y="246053"/>
                    <a:pt x="1770431" y="271971"/>
                    <a:pt x="1738459" y="271971"/>
                  </a:cubicBezTo>
                  <a:lnTo>
                    <a:pt x="57890" y="271971"/>
                  </a:lnTo>
                  <a:cubicBezTo>
                    <a:pt x="25918" y="271971"/>
                    <a:pt x="0" y="246053"/>
                    <a:pt x="0" y="214082"/>
                  </a:cubicBezTo>
                  <a:lnTo>
                    <a:pt x="0" y="57890"/>
                  </a:lnTo>
                  <a:cubicBezTo>
                    <a:pt x="0" y="25918"/>
                    <a:pt x="25918" y="0"/>
                    <a:pt x="57890" y="0"/>
                  </a:cubicBezTo>
                  <a:close/>
                </a:path>
              </a:pathLst>
            </a:custGeom>
            <a:solidFill>
              <a:srgbClr val="FFC979"/>
            </a:solidFill>
            <a:ln w="38100" cap="rnd">
              <a:solidFill>
                <a:srgbClr val="654310"/>
              </a:solidFill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796349" cy="3100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408905" y="8383884"/>
            <a:ext cx="6145351" cy="753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2"/>
              </a:lnSpc>
            </a:pPr>
            <a:r>
              <a:rPr lang="en-US" sz="4415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Trần Thị Diễm Trâm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30560">
            <a:off x="13450271" y="-4790967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00613" flipH="1">
            <a:off x="-2525112" y="-4461545"/>
            <a:ext cx="7384809" cy="7326133"/>
          </a:xfrm>
          <a:custGeom>
            <a:avLst/>
            <a:gdLst/>
            <a:ahLst/>
            <a:cxnLst/>
            <a:rect l="l" t="t" r="r" b="b"/>
            <a:pathLst>
              <a:path w="7384809" h="7326133">
                <a:moveTo>
                  <a:pt x="7384809" y="0"/>
                </a:moveTo>
                <a:lnTo>
                  <a:pt x="0" y="0"/>
                </a:lnTo>
                <a:lnTo>
                  <a:pt x="0" y="7326133"/>
                </a:lnTo>
                <a:lnTo>
                  <a:pt x="7384809" y="7326133"/>
                </a:lnTo>
                <a:lnTo>
                  <a:pt x="73848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4442721">
            <a:off x="10964576" y="8193510"/>
            <a:ext cx="11532843" cy="12484810"/>
          </a:xfrm>
          <a:custGeom>
            <a:avLst/>
            <a:gdLst/>
            <a:ahLst/>
            <a:cxnLst/>
            <a:rect l="l" t="t" r="r" b="b"/>
            <a:pathLst>
              <a:path w="11532843" h="12484810">
                <a:moveTo>
                  <a:pt x="0" y="0"/>
                </a:moveTo>
                <a:lnTo>
                  <a:pt x="11532844" y="0"/>
                </a:lnTo>
                <a:lnTo>
                  <a:pt x="11532844" y="12484810"/>
                </a:lnTo>
                <a:lnTo>
                  <a:pt x="0" y="12484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533563">
            <a:off x="16010217" y="-1308099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742441">
            <a:off x="-54540" y="-1308099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85074" y="3192760"/>
            <a:ext cx="5471033" cy="4616498"/>
          </a:xfrm>
          <a:custGeom>
            <a:avLst/>
            <a:gdLst/>
            <a:ahLst/>
            <a:cxnLst/>
            <a:rect l="l" t="t" r="r" b="b"/>
            <a:pathLst>
              <a:path w="5471033" h="4616498">
                <a:moveTo>
                  <a:pt x="0" y="0"/>
                </a:moveTo>
                <a:lnTo>
                  <a:pt x="5471033" y="0"/>
                </a:lnTo>
                <a:lnTo>
                  <a:pt x="5471033" y="4616498"/>
                </a:lnTo>
                <a:lnTo>
                  <a:pt x="0" y="46164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4820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075022" y="3192760"/>
            <a:ext cx="4105953" cy="4487381"/>
          </a:xfrm>
          <a:custGeom>
            <a:avLst/>
            <a:gdLst/>
            <a:ahLst/>
            <a:cxnLst/>
            <a:rect l="l" t="t" r="r" b="b"/>
            <a:pathLst>
              <a:path w="4105953" h="4487381">
                <a:moveTo>
                  <a:pt x="0" y="0"/>
                </a:moveTo>
                <a:lnTo>
                  <a:pt x="4105953" y="0"/>
                </a:lnTo>
                <a:lnTo>
                  <a:pt x="4105953" y="4487381"/>
                </a:lnTo>
                <a:lnTo>
                  <a:pt x="0" y="44873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712560" y="3443609"/>
            <a:ext cx="4546740" cy="4114800"/>
          </a:xfrm>
          <a:custGeom>
            <a:avLst/>
            <a:gdLst/>
            <a:ahLst/>
            <a:cxnLst/>
            <a:rect l="l" t="t" r="r" b="b"/>
            <a:pathLst>
              <a:path w="4546740" h="4114800">
                <a:moveTo>
                  <a:pt x="0" y="0"/>
                </a:moveTo>
                <a:lnTo>
                  <a:pt x="4546740" y="0"/>
                </a:lnTo>
                <a:lnTo>
                  <a:pt x="4546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730600" y="1354715"/>
            <a:ext cx="10826800" cy="1568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8"/>
              </a:lnSpc>
            </a:pPr>
            <a:r>
              <a:rPr lang="en-US" sz="11016" dirty="0" err="1">
                <a:latin typeface="Baloo"/>
                <a:ea typeface="Baloo"/>
                <a:cs typeface="Baloo"/>
                <a:sym typeface="Baloo"/>
              </a:rPr>
              <a:t>vấn</a:t>
            </a:r>
            <a:r>
              <a:rPr lang="en-US" sz="11016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1016" dirty="0" err="1">
                <a:latin typeface="Baloo"/>
                <a:ea typeface="Baloo"/>
                <a:cs typeface="Baloo"/>
                <a:sym typeface="Baloo"/>
              </a:rPr>
              <a:t>đề</a:t>
            </a:r>
            <a:r>
              <a:rPr lang="en-US" sz="11016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1016" dirty="0" err="1">
                <a:latin typeface="Baloo"/>
                <a:ea typeface="Baloo"/>
                <a:cs typeface="Baloo"/>
                <a:sym typeface="Baloo"/>
              </a:rPr>
              <a:t>hiện</a:t>
            </a:r>
            <a:r>
              <a:rPr lang="en-US" sz="11016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1016" dirty="0" err="1">
                <a:latin typeface="Baloo"/>
                <a:ea typeface="Baloo"/>
                <a:cs typeface="Baloo"/>
                <a:sym typeface="Baloo"/>
              </a:rPr>
              <a:t>tại</a:t>
            </a:r>
            <a:endParaRPr lang="en-US" sz="11016" dirty="0"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99452" y="8304308"/>
            <a:ext cx="5050393" cy="62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ngủ nghỉ không hợp lý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75022" y="8304308"/>
            <a:ext cx="5290691" cy="62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ăn uống chưa khoa học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11667" y="8304308"/>
            <a:ext cx="4114800" cy="62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chi tiêu phung phí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354122">
            <a:off x="1209778" y="5897641"/>
            <a:ext cx="5110720" cy="10610780"/>
          </a:xfrm>
          <a:custGeom>
            <a:avLst/>
            <a:gdLst/>
            <a:ahLst/>
            <a:cxnLst/>
            <a:rect l="l" t="t" r="r" b="b"/>
            <a:pathLst>
              <a:path w="5110720" h="10610780">
                <a:moveTo>
                  <a:pt x="0" y="0"/>
                </a:moveTo>
                <a:lnTo>
                  <a:pt x="5110720" y="0"/>
                </a:lnTo>
                <a:lnTo>
                  <a:pt x="5110720" y="10610781"/>
                </a:lnTo>
                <a:lnTo>
                  <a:pt x="0" y="10610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659" b="-1766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99321" y="3003632"/>
            <a:ext cx="14476940" cy="3058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12"/>
              </a:lnSpc>
            </a:pPr>
            <a:r>
              <a:rPr lang="en-US" sz="21492" dirty="0" err="1">
                <a:latin typeface="Baloo"/>
                <a:ea typeface="Baloo"/>
                <a:cs typeface="Baloo"/>
                <a:sym typeface="Baloo"/>
              </a:rPr>
              <a:t>giải</a:t>
            </a:r>
            <a:r>
              <a:rPr lang="en-US" sz="21492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21492" dirty="0" err="1">
                <a:latin typeface="Baloo"/>
                <a:ea typeface="Baloo"/>
                <a:cs typeface="Baloo"/>
                <a:sym typeface="Baloo"/>
              </a:rPr>
              <a:t>pháp</a:t>
            </a:r>
            <a:endParaRPr lang="en-US" sz="21492" dirty="0"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4" name="Freeform 4"/>
          <p:cNvSpPr/>
          <p:nvPr/>
        </p:nvSpPr>
        <p:spPr>
          <a:xfrm rot="1730560">
            <a:off x="13450271" y="-4790967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0613" flipH="1">
            <a:off x="-2361190" y="-4461545"/>
            <a:ext cx="7384809" cy="7326133"/>
          </a:xfrm>
          <a:custGeom>
            <a:avLst/>
            <a:gdLst/>
            <a:ahLst/>
            <a:cxnLst/>
            <a:rect l="l" t="t" r="r" b="b"/>
            <a:pathLst>
              <a:path w="7384809" h="7326133">
                <a:moveTo>
                  <a:pt x="7384809" y="0"/>
                </a:moveTo>
                <a:lnTo>
                  <a:pt x="0" y="0"/>
                </a:lnTo>
                <a:lnTo>
                  <a:pt x="0" y="7326133"/>
                </a:lnTo>
                <a:lnTo>
                  <a:pt x="7384809" y="7326133"/>
                </a:lnTo>
                <a:lnTo>
                  <a:pt x="73848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442721">
            <a:off x="10964576" y="8193510"/>
            <a:ext cx="11532843" cy="12484810"/>
          </a:xfrm>
          <a:custGeom>
            <a:avLst/>
            <a:gdLst/>
            <a:ahLst/>
            <a:cxnLst/>
            <a:rect l="l" t="t" r="r" b="b"/>
            <a:pathLst>
              <a:path w="11532843" h="12484810">
                <a:moveTo>
                  <a:pt x="0" y="0"/>
                </a:moveTo>
                <a:lnTo>
                  <a:pt x="11532844" y="0"/>
                </a:lnTo>
                <a:lnTo>
                  <a:pt x="11532844" y="12484810"/>
                </a:lnTo>
                <a:lnTo>
                  <a:pt x="0" y="12484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973175" y="7296125"/>
            <a:ext cx="4606173" cy="2990875"/>
          </a:xfrm>
          <a:custGeom>
            <a:avLst/>
            <a:gdLst/>
            <a:ahLst/>
            <a:cxnLst/>
            <a:rect l="l" t="t" r="r" b="b"/>
            <a:pathLst>
              <a:path w="4606173" h="2990875">
                <a:moveTo>
                  <a:pt x="0" y="0"/>
                </a:moveTo>
                <a:lnTo>
                  <a:pt x="4606173" y="0"/>
                </a:lnTo>
                <a:lnTo>
                  <a:pt x="4606173" y="2990875"/>
                </a:lnTo>
                <a:lnTo>
                  <a:pt x="0" y="2990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808784" y="0"/>
            <a:ext cx="2901032" cy="1661500"/>
          </a:xfrm>
          <a:custGeom>
            <a:avLst/>
            <a:gdLst/>
            <a:ahLst/>
            <a:cxnLst/>
            <a:rect l="l" t="t" r="r" b="b"/>
            <a:pathLst>
              <a:path w="2901032" h="1661500">
                <a:moveTo>
                  <a:pt x="0" y="0"/>
                </a:moveTo>
                <a:lnTo>
                  <a:pt x="2901032" y="0"/>
                </a:lnTo>
                <a:lnTo>
                  <a:pt x="2901032" y="1661500"/>
                </a:lnTo>
                <a:lnTo>
                  <a:pt x="0" y="166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020223">
            <a:off x="-403763" y="-78410"/>
            <a:ext cx="3142110" cy="1799572"/>
          </a:xfrm>
          <a:custGeom>
            <a:avLst/>
            <a:gdLst/>
            <a:ahLst/>
            <a:cxnLst/>
            <a:rect l="l" t="t" r="r" b="b"/>
            <a:pathLst>
              <a:path w="3142110" h="1799572">
                <a:moveTo>
                  <a:pt x="0" y="0"/>
                </a:moveTo>
                <a:lnTo>
                  <a:pt x="3142110" y="0"/>
                </a:lnTo>
                <a:lnTo>
                  <a:pt x="3142110" y="1799572"/>
                </a:lnTo>
                <a:lnTo>
                  <a:pt x="0" y="1799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7175728"/>
            <a:ext cx="4752826" cy="3086100"/>
          </a:xfrm>
          <a:custGeom>
            <a:avLst/>
            <a:gdLst/>
            <a:ahLst/>
            <a:cxnLst/>
            <a:rect l="l" t="t" r="r" b="b"/>
            <a:pathLst>
              <a:path w="4752826" h="3086100">
                <a:moveTo>
                  <a:pt x="0" y="0"/>
                </a:moveTo>
                <a:lnTo>
                  <a:pt x="4752826" y="0"/>
                </a:lnTo>
                <a:lnTo>
                  <a:pt x="4752826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3808833">
            <a:off x="5098480" y="8551994"/>
            <a:ext cx="1151244" cy="2463751"/>
          </a:xfrm>
          <a:custGeom>
            <a:avLst/>
            <a:gdLst/>
            <a:ahLst/>
            <a:cxnLst/>
            <a:rect l="l" t="t" r="r" b="b"/>
            <a:pathLst>
              <a:path w="1151244" h="2463751">
                <a:moveTo>
                  <a:pt x="0" y="0"/>
                </a:moveTo>
                <a:lnTo>
                  <a:pt x="1151244" y="0"/>
                </a:lnTo>
                <a:lnTo>
                  <a:pt x="1151244" y="2463751"/>
                </a:lnTo>
                <a:lnTo>
                  <a:pt x="0" y="2463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58547">
            <a:off x="12258691" y="8903790"/>
            <a:ext cx="1488334" cy="1723334"/>
          </a:xfrm>
          <a:custGeom>
            <a:avLst/>
            <a:gdLst/>
            <a:ahLst/>
            <a:cxnLst/>
            <a:rect l="l" t="t" r="r" b="b"/>
            <a:pathLst>
              <a:path w="1488334" h="1723334">
                <a:moveTo>
                  <a:pt x="0" y="0"/>
                </a:moveTo>
                <a:lnTo>
                  <a:pt x="1488334" y="0"/>
                </a:lnTo>
                <a:lnTo>
                  <a:pt x="1488334" y="1723334"/>
                </a:lnTo>
                <a:lnTo>
                  <a:pt x="0" y="17233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396309">
            <a:off x="16465369" y="5122894"/>
            <a:ext cx="2770909" cy="3447963"/>
          </a:xfrm>
          <a:custGeom>
            <a:avLst/>
            <a:gdLst/>
            <a:ahLst/>
            <a:cxnLst/>
            <a:rect l="l" t="t" r="r" b="b"/>
            <a:pathLst>
              <a:path w="2770909" h="3447963">
                <a:moveTo>
                  <a:pt x="0" y="0"/>
                </a:moveTo>
                <a:lnTo>
                  <a:pt x="2770909" y="0"/>
                </a:lnTo>
                <a:lnTo>
                  <a:pt x="2770909" y="3447963"/>
                </a:lnTo>
                <a:lnTo>
                  <a:pt x="0" y="34479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2531404">
            <a:off x="-445739" y="4967530"/>
            <a:ext cx="1593191" cy="3042552"/>
          </a:xfrm>
          <a:custGeom>
            <a:avLst/>
            <a:gdLst/>
            <a:ahLst/>
            <a:cxnLst/>
            <a:rect l="l" t="t" r="r" b="b"/>
            <a:pathLst>
              <a:path w="1593191" h="3042552">
                <a:moveTo>
                  <a:pt x="0" y="0"/>
                </a:moveTo>
                <a:lnTo>
                  <a:pt x="1593191" y="0"/>
                </a:lnTo>
                <a:lnTo>
                  <a:pt x="1593191" y="3042552"/>
                </a:lnTo>
                <a:lnTo>
                  <a:pt x="0" y="304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354122">
            <a:off x="1209778" y="5897641"/>
            <a:ext cx="5110720" cy="10610780"/>
          </a:xfrm>
          <a:custGeom>
            <a:avLst/>
            <a:gdLst/>
            <a:ahLst/>
            <a:cxnLst/>
            <a:rect l="l" t="t" r="r" b="b"/>
            <a:pathLst>
              <a:path w="5110720" h="10610780">
                <a:moveTo>
                  <a:pt x="0" y="0"/>
                </a:moveTo>
                <a:lnTo>
                  <a:pt x="5110720" y="0"/>
                </a:lnTo>
                <a:lnTo>
                  <a:pt x="5110720" y="10610781"/>
                </a:lnTo>
                <a:lnTo>
                  <a:pt x="0" y="10610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659" b="-17661"/>
            </a:stretch>
          </a:blipFill>
        </p:spPr>
      </p:sp>
      <p:sp>
        <p:nvSpPr>
          <p:cNvPr id="3" name="Freeform 3"/>
          <p:cNvSpPr/>
          <p:nvPr/>
        </p:nvSpPr>
        <p:spPr>
          <a:xfrm rot="1730560">
            <a:off x="13450271" y="-4790967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700613" flipH="1">
            <a:off x="-2525112" y="-4461545"/>
            <a:ext cx="7384809" cy="7326133"/>
          </a:xfrm>
          <a:custGeom>
            <a:avLst/>
            <a:gdLst/>
            <a:ahLst/>
            <a:cxnLst/>
            <a:rect l="l" t="t" r="r" b="b"/>
            <a:pathLst>
              <a:path w="7384809" h="7326133">
                <a:moveTo>
                  <a:pt x="7384809" y="0"/>
                </a:moveTo>
                <a:lnTo>
                  <a:pt x="0" y="0"/>
                </a:lnTo>
                <a:lnTo>
                  <a:pt x="0" y="7326133"/>
                </a:lnTo>
                <a:lnTo>
                  <a:pt x="7384809" y="7326133"/>
                </a:lnTo>
                <a:lnTo>
                  <a:pt x="73848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4442721">
            <a:off x="10964576" y="8193510"/>
            <a:ext cx="11532843" cy="12484810"/>
          </a:xfrm>
          <a:custGeom>
            <a:avLst/>
            <a:gdLst/>
            <a:ahLst/>
            <a:cxnLst/>
            <a:rect l="l" t="t" r="r" b="b"/>
            <a:pathLst>
              <a:path w="11532843" h="12484810">
                <a:moveTo>
                  <a:pt x="0" y="0"/>
                </a:moveTo>
                <a:lnTo>
                  <a:pt x="11532844" y="0"/>
                </a:lnTo>
                <a:lnTo>
                  <a:pt x="11532844" y="12484810"/>
                </a:lnTo>
                <a:lnTo>
                  <a:pt x="0" y="12484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973175" y="7296125"/>
            <a:ext cx="4606173" cy="2990875"/>
          </a:xfrm>
          <a:custGeom>
            <a:avLst/>
            <a:gdLst/>
            <a:ahLst/>
            <a:cxnLst/>
            <a:rect l="l" t="t" r="r" b="b"/>
            <a:pathLst>
              <a:path w="4606173" h="2990875">
                <a:moveTo>
                  <a:pt x="0" y="0"/>
                </a:moveTo>
                <a:lnTo>
                  <a:pt x="4606173" y="0"/>
                </a:lnTo>
                <a:lnTo>
                  <a:pt x="4606173" y="2990875"/>
                </a:lnTo>
                <a:lnTo>
                  <a:pt x="0" y="2990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08784" y="0"/>
            <a:ext cx="2901032" cy="1661500"/>
          </a:xfrm>
          <a:custGeom>
            <a:avLst/>
            <a:gdLst/>
            <a:ahLst/>
            <a:cxnLst/>
            <a:rect l="l" t="t" r="r" b="b"/>
            <a:pathLst>
              <a:path w="2901032" h="1661500">
                <a:moveTo>
                  <a:pt x="0" y="0"/>
                </a:moveTo>
                <a:lnTo>
                  <a:pt x="2901032" y="0"/>
                </a:lnTo>
                <a:lnTo>
                  <a:pt x="2901032" y="1661500"/>
                </a:lnTo>
                <a:lnTo>
                  <a:pt x="0" y="166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2020223">
            <a:off x="-403763" y="-78410"/>
            <a:ext cx="3142110" cy="1799572"/>
          </a:xfrm>
          <a:custGeom>
            <a:avLst/>
            <a:gdLst/>
            <a:ahLst/>
            <a:cxnLst/>
            <a:rect l="l" t="t" r="r" b="b"/>
            <a:pathLst>
              <a:path w="3142110" h="1799572">
                <a:moveTo>
                  <a:pt x="0" y="0"/>
                </a:moveTo>
                <a:lnTo>
                  <a:pt x="3142110" y="0"/>
                </a:lnTo>
                <a:lnTo>
                  <a:pt x="3142110" y="1799572"/>
                </a:lnTo>
                <a:lnTo>
                  <a:pt x="0" y="1799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7175728"/>
            <a:ext cx="4752826" cy="3086100"/>
          </a:xfrm>
          <a:custGeom>
            <a:avLst/>
            <a:gdLst/>
            <a:ahLst/>
            <a:cxnLst/>
            <a:rect l="l" t="t" r="r" b="b"/>
            <a:pathLst>
              <a:path w="4752826" h="3086100">
                <a:moveTo>
                  <a:pt x="0" y="0"/>
                </a:moveTo>
                <a:lnTo>
                  <a:pt x="4752826" y="0"/>
                </a:lnTo>
                <a:lnTo>
                  <a:pt x="4752826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3808833">
            <a:off x="5098480" y="8551994"/>
            <a:ext cx="1151244" cy="2463751"/>
          </a:xfrm>
          <a:custGeom>
            <a:avLst/>
            <a:gdLst/>
            <a:ahLst/>
            <a:cxnLst/>
            <a:rect l="l" t="t" r="r" b="b"/>
            <a:pathLst>
              <a:path w="1151244" h="2463751">
                <a:moveTo>
                  <a:pt x="0" y="0"/>
                </a:moveTo>
                <a:lnTo>
                  <a:pt x="1151244" y="0"/>
                </a:lnTo>
                <a:lnTo>
                  <a:pt x="1151244" y="2463751"/>
                </a:lnTo>
                <a:lnTo>
                  <a:pt x="0" y="2463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58547">
            <a:off x="12258691" y="8903790"/>
            <a:ext cx="1488334" cy="1723334"/>
          </a:xfrm>
          <a:custGeom>
            <a:avLst/>
            <a:gdLst/>
            <a:ahLst/>
            <a:cxnLst/>
            <a:rect l="l" t="t" r="r" b="b"/>
            <a:pathLst>
              <a:path w="1488334" h="1723334">
                <a:moveTo>
                  <a:pt x="0" y="0"/>
                </a:moveTo>
                <a:lnTo>
                  <a:pt x="1488334" y="0"/>
                </a:lnTo>
                <a:lnTo>
                  <a:pt x="1488334" y="1723334"/>
                </a:lnTo>
                <a:lnTo>
                  <a:pt x="0" y="17233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396309">
            <a:off x="16465369" y="5122894"/>
            <a:ext cx="2770909" cy="3447963"/>
          </a:xfrm>
          <a:custGeom>
            <a:avLst/>
            <a:gdLst/>
            <a:ahLst/>
            <a:cxnLst/>
            <a:rect l="l" t="t" r="r" b="b"/>
            <a:pathLst>
              <a:path w="2770909" h="3447963">
                <a:moveTo>
                  <a:pt x="0" y="0"/>
                </a:moveTo>
                <a:lnTo>
                  <a:pt x="2770909" y="0"/>
                </a:lnTo>
                <a:lnTo>
                  <a:pt x="2770909" y="3447963"/>
                </a:lnTo>
                <a:lnTo>
                  <a:pt x="0" y="34479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2531404">
            <a:off x="-445739" y="4967530"/>
            <a:ext cx="1593191" cy="3042552"/>
          </a:xfrm>
          <a:custGeom>
            <a:avLst/>
            <a:gdLst/>
            <a:ahLst/>
            <a:cxnLst/>
            <a:rect l="l" t="t" r="r" b="b"/>
            <a:pathLst>
              <a:path w="1593191" h="3042552">
                <a:moveTo>
                  <a:pt x="0" y="0"/>
                </a:moveTo>
                <a:lnTo>
                  <a:pt x="1593191" y="0"/>
                </a:lnTo>
                <a:lnTo>
                  <a:pt x="1593191" y="3042552"/>
                </a:lnTo>
                <a:lnTo>
                  <a:pt x="0" y="304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573830" y="3700608"/>
            <a:ext cx="11140340" cy="3043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33"/>
              </a:lnSpc>
            </a:pP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Dự</a:t>
            </a:r>
            <a:r>
              <a:rPr lang="en-US" sz="10864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Án</a:t>
            </a:r>
            <a:r>
              <a:rPr lang="en-US" sz="10864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Ứng</a:t>
            </a:r>
            <a:r>
              <a:rPr lang="en-US" sz="10864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Dụng</a:t>
            </a:r>
            <a:r>
              <a:rPr lang="en-US" sz="10864" dirty="0">
                <a:latin typeface="Baloo"/>
                <a:ea typeface="Baloo"/>
                <a:cs typeface="Baloo"/>
                <a:sym typeface="Baloo"/>
              </a:rPr>
              <a:t> Sức </a:t>
            </a: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Khoẻ</a:t>
            </a:r>
            <a:endParaRPr lang="en-US" sz="10864" dirty="0">
              <a:latin typeface="Baloo"/>
              <a:ea typeface="Baloo"/>
              <a:cs typeface="Baloo"/>
              <a:sym typeface="Balo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356411">
            <a:off x="14197205" y="6713604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29"/>
                </a:lnTo>
                <a:lnTo>
                  <a:pt x="0" y="75575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3997664">
            <a:off x="15705210" y="8553035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80" y="0"/>
                </a:lnTo>
                <a:lnTo>
                  <a:pt x="3108180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4659598">
            <a:off x="-2309480" y="-4283919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9" y="0"/>
                </a:lnTo>
                <a:lnTo>
                  <a:pt x="7618059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6164440">
            <a:off x="-525390" y="-1554090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80" y="0"/>
                </a:lnTo>
                <a:lnTo>
                  <a:pt x="3108180" y="3108180"/>
                </a:lnTo>
                <a:lnTo>
                  <a:pt x="0" y="3108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4580709"/>
            <a:ext cx="5978647" cy="219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36"/>
              </a:lnSpc>
            </a:pPr>
            <a:r>
              <a:rPr lang="en-US" sz="10170">
                <a:solidFill>
                  <a:srgbClr val="387721"/>
                </a:solidFill>
                <a:latin typeface="Jeepers"/>
                <a:ea typeface="Jeepers"/>
                <a:cs typeface="Jeepers"/>
                <a:sym typeface="Jeepers"/>
              </a:rPr>
              <a:t>quản lý lối sống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4590234"/>
            <a:ext cx="7764306" cy="218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60"/>
              </a:lnSpc>
            </a:pPr>
            <a:r>
              <a:rPr lang="en-US" sz="10200">
                <a:solidFill>
                  <a:srgbClr val="387721"/>
                </a:solidFill>
                <a:latin typeface="Jeepers"/>
                <a:ea typeface="Jeepers"/>
                <a:cs typeface="Jeepers"/>
                <a:sym typeface="Jeepers"/>
              </a:rPr>
              <a:t>tạo  thói quen lành mạnh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46013" y="601904"/>
            <a:ext cx="11795974" cy="3043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33"/>
              </a:lnSpc>
            </a:pP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Dự</a:t>
            </a:r>
            <a:r>
              <a:rPr lang="en-US" sz="10864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Án</a:t>
            </a:r>
            <a:r>
              <a:rPr lang="en-US" sz="10864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Ứng</a:t>
            </a:r>
            <a:r>
              <a:rPr lang="en-US" sz="10864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Dụng</a:t>
            </a:r>
            <a:r>
              <a:rPr lang="en-US" sz="10864" dirty="0">
                <a:latin typeface="Baloo"/>
                <a:ea typeface="Baloo"/>
                <a:cs typeface="Baloo"/>
                <a:sym typeface="Baloo"/>
              </a:rPr>
              <a:t> Sức </a:t>
            </a:r>
            <a:r>
              <a:rPr lang="en-US" sz="10864" dirty="0" err="1">
                <a:latin typeface="Baloo"/>
                <a:ea typeface="Baloo"/>
                <a:cs typeface="Baloo"/>
                <a:sym typeface="Baloo"/>
              </a:rPr>
              <a:t>Khoẻ</a:t>
            </a:r>
            <a:endParaRPr lang="en-US" sz="10864" dirty="0">
              <a:latin typeface="Baloo"/>
              <a:ea typeface="Baloo"/>
              <a:cs typeface="Baloo"/>
              <a:sym typeface="Balo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30560">
            <a:off x="13450271" y="-4790967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00613" flipH="1">
            <a:off x="-2525112" y="-4461545"/>
            <a:ext cx="7384809" cy="7326133"/>
          </a:xfrm>
          <a:custGeom>
            <a:avLst/>
            <a:gdLst/>
            <a:ahLst/>
            <a:cxnLst/>
            <a:rect l="l" t="t" r="r" b="b"/>
            <a:pathLst>
              <a:path w="7384809" h="7326133">
                <a:moveTo>
                  <a:pt x="7384809" y="0"/>
                </a:moveTo>
                <a:lnTo>
                  <a:pt x="0" y="0"/>
                </a:lnTo>
                <a:lnTo>
                  <a:pt x="0" y="7326133"/>
                </a:lnTo>
                <a:lnTo>
                  <a:pt x="7384809" y="7326133"/>
                </a:lnTo>
                <a:lnTo>
                  <a:pt x="73848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533563">
            <a:off x="16010217" y="-1308099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742441">
            <a:off x="-54540" y="-1308099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99254" y="4912734"/>
            <a:ext cx="4011464" cy="4345566"/>
            <a:chOff x="0" y="0"/>
            <a:chExt cx="1270796" cy="13766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0796" cy="1376637"/>
            </a:xfrm>
            <a:custGeom>
              <a:avLst/>
              <a:gdLst/>
              <a:ahLst/>
              <a:cxnLst/>
              <a:rect l="l" t="t" r="r" b="b"/>
              <a:pathLst>
                <a:path w="1270796" h="1376637">
                  <a:moveTo>
                    <a:pt x="98427" y="0"/>
                  </a:moveTo>
                  <a:lnTo>
                    <a:pt x="1172369" y="0"/>
                  </a:lnTo>
                  <a:cubicBezTo>
                    <a:pt x="1226729" y="0"/>
                    <a:pt x="1270796" y="44067"/>
                    <a:pt x="1270796" y="98427"/>
                  </a:cubicBezTo>
                  <a:lnTo>
                    <a:pt x="1270796" y="1278209"/>
                  </a:lnTo>
                  <a:cubicBezTo>
                    <a:pt x="1270796" y="1304314"/>
                    <a:pt x="1260426" y="1329349"/>
                    <a:pt x="1241968" y="1347808"/>
                  </a:cubicBezTo>
                  <a:cubicBezTo>
                    <a:pt x="1223509" y="1366267"/>
                    <a:pt x="1198474" y="1376637"/>
                    <a:pt x="1172369" y="1376637"/>
                  </a:cubicBezTo>
                  <a:lnTo>
                    <a:pt x="98427" y="1376637"/>
                  </a:lnTo>
                  <a:cubicBezTo>
                    <a:pt x="72323" y="1376637"/>
                    <a:pt x="47287" y="1366267"/>
                    <a:pt x="28829" y="1347808"/>
                  </a:cubicBezTo>
                  <a:cubicBezTo>
                    <a:pt x="10370" y="1329349"/>
                    <a:pt x="0" y="1304314"/>
                    <a:pt x="0" y="1278209"/>
                  </a:cubicBezTo>
                  <a:lnTo>
                    <a:pt x="0" y="98427"/>
                  </a:lnTo>
                  <a:cubicBezTo>
                    <a:pt x="0" y="72323"/>
                    <a:pt x="10370" y="47287"/>
                    <a:pt x="28829" y="28829"/>
                  </a:cubicBezTo>
                  <a:cubicBezTo>
                    <a:pt x="47287" y="10370"/>
                    <a:pt x="72323" y="0"/>
                    <a:pt x="98427" y="0"/>
                  </a:cubicBezTo>
                  <a:close/>
                </a:path>
              </a:pathLst>
            </a:custGeom>
            <a:solidFill>
              <a:srgbClr val="88996E"/>
            </a:solidFill>
            <a:ln w="38100" cap="rnd">
              <a:solidFill>
                <a:srgbClr val="50603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70796" cy="1414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96862" y="4194856"/>
            <a:ext cx="1282864" cy="128286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51"/>
            </a:solidFill>
            <a:ln w="38100" cap="sq">
              <a:solidFill>
                <a:srgbClr val="50603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850043" y="4836288"/>
            <a:ext cx="4011464" cy="4345566"/>
            <a:chOff x="0" y="0"/>
            <a:chExt cx="1270796" cy="13766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70796" cy="1376637"/>
            </a:xfrm>
            <a:custGeom>
              <a:avLst/>
              <a:gdLst/>
              <a:ahLst/>
              <a:cxnLst/>
              <a:rect l="l" t="t" r="r" b="b"/>
              <a:pathLst>
                <a:path w="1270796" h="1376637">
                  <a:moveTo>
                    <a:pt x="98427" y="0"/>
                  </a:moveTo>
                  <a:lnTo>
                    <a:pt x="1172369" y="0"/>
                  </a:lnTo>
                  <a:cubicBezTo>
                    <a:pt x="1226729" y="0"/>
                    <a:pt x="1270796" y="44067"/>
                    <a:pt x="1270796" y="98427"/>
                  </a:cubicBezTo>
                  <a:lnTo>
                    <a:pt x="1270796" y="1278209"/>
                  </a:lnTo>
                  <a:cubicBezTo>
                    <a:pt x="1270796" y="1304314"/>
                    <a:pt x="1260426" y="1329349"/>
                    <a:pt x="1241968" y="1347808"/>
                  </a:cubicBezTo>
                  <a:cubicBezTo>
                    <a:pt x="1223509" y="1366267"/>
                    <a:pt x="1198474" y="1376637"/>
                    <a:pt x="1172369" y="1376637"/>
                  </a:cubicBezTo>
                  <a:lnTo>
                    <a:pt x="98427" y="1376637"/>
                  </a:lnTo>
                  <a:cubicBezTo>
                    <a:pt x="72323" y="1376637"/>
                    <a:pt x="47287" y="1366267"/>
                    <a:pt x="28829" y="1347808"/>
                  </a:cubicBezTo>
                  <a:cubicBezTo>
                    <a:pt x="10370" y="1329349"/>
                    <a:pt x="0" y="1304314"/>
                    <a:pt x="0" y="1278209"/>
                  </a:cubicBezTo>
                  <a:lnTo>
                    <a:pt x="0" y="98427"/>
                  </a:lnTo>
                  <a:cubicBezTo>
                    <a:pt x="0" y="72323"/>
                    <a:pt x="10370" y="47287"/>
                    <a:pt x="28829" y="28829"/>
                  </a:cubicBezTo>
                  <a:cubicBezTo>
                    <a:pt x="47287" y="10370"/>
                    <a:pt x="72323" y="0"/>
                    <a:pt x="98427" y="0"/>
                  </a:cubicBezTo>
                  <a:close/>
                </a:path>
              </a:pathLst>
            </a:custGeom>
            <a:solidFill>
              <a:srgbClr val="88996E"/>
            </a:solidFill>
            <a:ln w="38100" cap="rnd">
              <a:solidFill>
                <a:srgbClr val="50603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70796" cy="1414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56107" y="4271302"/>
            <a:ext cx="1282864" cy="128286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51"/>
            </a:solidFill>
            <a:ln w="38100" cap="sq">
              <a:solidFill>
                <a:srgbClr val="50603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0" y="4836288"/>
            <a:ext cx="4011464" cy="4345566"/>
            <a:chOff x="0" y="0"/>
            <a:chExt cx="1270796" cy="137663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70796" cy="1376637"/>
            </a:xfrm>
            <a:custGeom>
              <a:avLst/>
              <a:gdLst/>
              <a:ahLst/>
              <a:cxnLst/>
              <a:rect l="l" t="t" r="r" b="b"/>
              <a:pathLst>
                <a:path w="1270796" h="1376637">
                  <a:moveTo>
                    <a:pt x="98427" y="0"/>
                  </a:moveTo>
                  <a:lnTo>
                    <a:pt x="1172369" y="0"/>
                  </a:lnTo>
                  <a:cubicBezTo>
                    <a:pt x="1226729" y="0"/>
                    <a:pt x="1270796" y="44067"/>
                    <a:pt x="1270796" y="98427"/>
                  </a:cubicBezTo>
                  <a:lnTo>
                    <a:pt x="1270796" y="1278209"/>
                  </a:lnTo>
                  <a:cubicBezTo>
                    <a:pt x="1270796" y="1304314"/>
                    <a:pt x="1260426" y="1329349"/>
                    <a:pt x="1241968" y="1347808"/>
                  </a:cubicBezTo>
                  <a:cubicBezTo>
                    <a:pt x="1223509" y="1366267"/>
                    <a:pt x="1198474" y="1376637"/>
                    <a:pt x="1172369" y="1376637"/>
                  </a:cubicBezTo>
                  <a:lnTo>
                    <a:pt x="98427" y="1376637"/>
                  </a:lnTo>
                  <a:cubicBezTo>
                    <a:pt x="72323" y="1376637"/>
                    <a:pt x="47287" y="1366267"/>
                    <a:pt x="28829" y="1347808"/>
                  </a:cubicBezTo>
                  <a:cubicBezTo>
                    <a:pt x="10370" y="1329349"/>
                    <a:pt x="0" y="1304314"/>
                    <a:pt x="0" y="1278209"/>
                  </a:cubicBezTo>
                  <a:lnTo>
                    <a:pt x="0" y="98427"/>
                  </a:lnTo>
                  <a:cubicBezTo>
                    <a:pt x="0" y="72323"/>
                    <a:pt x="10370" y="47287"/>
                    <a:pt x="28829" y="28829"/>
                  </a:cubicBezTo>
                  <a:cubicBezTo>
                    <a:pt x="47287" y="10370"/>
                    <a:pt x="72323" y="0"/>
                    <a:pt x="98427" y="0"/>
                  </a:cubicBezTo>
                  <a:close/>
                </a:path>
              </a:pathLst>
            </a:custGeom>
            <a:solidFill>
              <a:srgbClr val="88996E"/>
            </a:solidFill>
            <a:ln w="38100" cap="rnd">
              <a:solidFill>
                <a:srgbClr val="506030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270796" cy="1414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633157" y="4047537"/>
            <a:ext cx="1282864" cy="1282864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51"/>
            </a:solidFill>
            <a:ln w="38100" cap="sq">
              <a:solidFill>
                <a:srgbClr val="50603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04372" y="2285377"/>
            <a:ext cx="10123481" cy="1396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84"/>
              </a:lnSpc>
            </a:pPr>
            <a:r>
              <a:rPr lang="en-US" sz="9800" dirty="0" err="1">
                <a:latin typeface="Baloo"/>
                <a:ea typeface="Baloo"/>
                <a:cs typeface="Baloo"/>
                <a:sym typeface="Baloo"/>
              </a:rPr>
              <a:t>chức</a:t>
            </a:r>
            <a:r>
              <a:rPr lang="en-US" sz="98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9800" dirty="0" err="1">
                <a:latin typeface="Baloo"/>
                <a:ea typeface="Baloo"/>
                <a:cs typeface="Baloo"/>
                <a:sym typeface="Baloo"/>
              </a:rPr>
              <a:t>năng</a:t>
            </a:r>
            <a:endParaRPr lang="en-US" sz="9800" dirty="0"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148810" y="4445489"/>
            <a:ext cx="578969" cy="8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2"/>
              </a:lnSpc>
            </a:pPr>
            <a:r>
              <a:rPr lang="en-US" sz="5900">
                <a:solidFill>
                  <a:srgbClr val="FFFAF2"/>
                </a:solidFill>
                <a:latin typeface="Baloo"/>
                <a:ea typeface="Baloo"/>
                <a:cs typeface="Baloo"/>
                <a:sym typeface="Baloo"/>
              </a:rPr>
              <a:t>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15529" y="6025211"/>
            <a:ext cx="3187039" cy="141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theo dõi ăn uống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37875" y="4445489"/>
            <a:ext cx="578969" cy="8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2"/>
              </a:lnSpc>
            </a:pPr>
            <a:r>
              <a:rPr lang="en-US" sz="5900">
                <a:solidFill>
                  <a:srgbClr val="FFFAF2"/>
                </a:solidFill>
                <a:latin typeface="Baloo"/>
                <a:ea typeface="Baloo"/>
                <a:cs typeface="Baloo"/>
                <a:sym typeface="Baloo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56213" y="6261040"/>
            <a:ext cx="3187039" cy="141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quản lý chi tiêu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85582" y="4328452"/>
            <a:ext cx="578969" cy="8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2"/>
              </a:lnSpc>
            </a:pPr>
            <a:r>
              <a:rPr lang="en-US" sz="5900">
                <a:solidFill>
                  <a:srgbClr val="FFFAF2"/>
                </a:solidFill>
                <a:latin typeface="Baloo"/>
                <a:ea typeface="Baloo"/>
                <a:cs typeface="Baloo"/>
                <a:sym typeface="Baloo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4774" y="6072373"/>
            <a:ext cx="3187039" cy="214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quản lí nghỉ ngơi sinh hoạt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3552842" y="4836288"/>
            <a:ext cx="4011464" cy="4345566"/>
            <a:chOff x="0" y="0"/>
            <a:chExt cx="1270796" cy="137663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70796" cy="1376637"/>
            </a:xfrm>
            <a:custGeom>
              <a:avLst/>
              <a:gdLst/>
              <a:ahLst/>
              <a:cxnLst/>
              <a:rect l="l" t="t" r="r" b="b"/>
              <a:pathLst>
                <a:path w="1270796" h="1376637">
                  <a:moveTo>
                    <a:pt x="98427" y="0"/>
                  </a:moveTo>
                  <a:lnTo>
                    <a:pt x="1172369" y="0"/>
                  </a:lnTo>
                  <a:cubicBezTo>
                    <a:pt x="1226729" y="0"/>
                    <a:pt x="1270796" y="44067"/>
                    <a:pt x="1270796" y="98427"/>
                  </a:cubicBezTo>
                  <a:lnTo>
                    <a:pt x="1270796" y="1278209"/>
                  </a:lnTo>
                  <a:cubicBezTo>
                    <a:pt x="1270796" y="1304314"/>
                    <a:pt x="1260426" y="1329349"/>
                    <a:pt x="1241968" y="1347808"/>
                  </a:cubicBezTo>
                  <a:cubicBezTo>
                    <a:pt x="1223509" y="1366267"/>
                    <a:pt x="1198474" y="1376637"/>
                    <a:pt x="1172369" y="1376637"/>
                  </a:cubicBezTo>
                  <a:lnTo>
                    <a:pt x="98427" y="1376637"/>
                  </a:lnTo>
                  <a:cubicBezTo>
                    <a:pt x="72323" y="1376637"/>
                    <a:pt x="47287" y="1366267"/>
                    <a:pt x="28829" y="1347808"/>
                  </a:cubicBezTo>
                  <a:cubicBezTo>
                    <a:pt x="10370" y="1329349"/>
                    <a:pt x="0" y="1304314"/>
                    <a:pt x="0" y="1278209"/>
                  </a:cubicBezTo>
                  <a:lnTo>
                    <a:pt x="0" y="98427"/>
                  </a:lnTo>
                  <a:cubicBezTo>
                    <a:pt x="0" y="72323"/>
                    <a:pt x="10370" y="47287"/>
                    <a:pt x="28829" y="28829"/>
                  </a:cubicBezTo>
                  <a:cubicBezTo>
                    <a:pt x="47287" y="10370"/>
                    <a:pt x="72323" y="0"/>
                    <a:pt x="98427" y="0"/>
                  </a:cubicBezTo>
                  <a:close/>
                </a:path>
              </a:pathLst>
            </a:custGeom>
            <a:solidFill>
              <a:srgbClr val="88996E"/>
            </a:solidFill>
            <a:ln w="38100" cap="rnd">
              <a:solidFill>
                <a:srgbClr val="506030"/>
              </a:solidFill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270796" cy="1414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927114" y="4178445"/>
            <a:ext cx="1282864" cy="1282864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51"/>
            </a:solidFill>
            <a:ln w="38100" cap="sq">
              <a:solidFill>
                <a:srgbClr val="50603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279539" y="4445489"/>
            <a:ext cx="578969" cy="8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2"/>
              </a:lnSpc>
            </a:pPr>
            <a:r>
              <a:rPr lang="en-US" sz="5900">
                <a:solidFill>
                  <a:srgbClr val="FFFAF2"/>
                </a:solidFill>
                <a:latin typeface="Baloo"/>
                <a:ea typeface="Baloo"/>
                <a:cs typeface="Baloo"/>
                <a:sym typeface="Baloo"/>
              </a:rPr>
              <a:t>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793639" y="6208454"/>
            <a:ext cx="3187039" cy="214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lập kế hoạch, quản lý thời gian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61405">
            <a:off x="-4265755" y="-853931"/>
            <a:ext cx="5777368" cy="11994861"/>
          </a:xfrm>
          <a:custGeom>
            <a:avLst/>
            <a:gdLst/>
            <a:ahLst/>
            <a:cxnLst/>
            <a:rect l="l" t="t" r="r" b="b"/>
            <a:pathLst>
              <a:path w="5777368" h="11994861">
                <a:moveTo>
                  <a:pt x="0" y="0"/>
                </a:moveTo>
                <a:lnTo>
                  <a:pt x="5777368" y="0"/>
                </a:lnTo>
                <a:lnTo>
                  <a:pt x="5777368" y="11994862"/>
                </a:lnTo>
                <a:lnTo>
                  <a:pt x="0" y="11994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659" b="-17661"/>
            </a:stretch>
          </a:blipFill>
        </p:spPr>
      </p:sp>
      <p:sp>
        <p:nvSpPr>
          <p:cNvPr id="3" name="Freeform 3"/>
          <p:cNvSpPr/>
          <p:nvPr/>
        </p:nvSpPr>
        <p:spPr>
          <a:xfrm rot="175116">
            <a:off x="16184622" y="-754305"/>
            <a:ext cx="11532843" cy="12484810"/>
          </a:xfrm>
          <a:custGeom>
            <a:avLst/>
            <a:gdLst/>
            <a:ahLst/>
            <a:cxnLst/>
            <a:rect l="l" t="t" r="r" b="b"/>
            <a:pathLst>
              <a:path w="11532843" h="12484810">
                <a:moveTo>
                  <a:pt x="0" y="0"/>
                </a:moveTo>
                <a:lnTo>
                  <a:pt x="11532843" y="0"/>
                </a:lnTo>
                <a:lnTo>
                  <a:pt x="11532843" y="12484810"/>
                </a:lnTo>
                <a:lnTo>
                  <a:pt x="0" y="12484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7469171">
            <a:off x="14978350" y="6508235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9" y="0"/>
                </a:lnTo>
                <a:lnTo>
                  <a:pt x="7618059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571644">
            <a:off x="16448255" y="8398193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80" y="0"/>
                </a:lnTo>
                <a:lnTo>
                  <a:pt x="3108180" y="3108180"/>
                </a:lnTo>
                <a:lnTo>
                  <a:pt x="0" y="3108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659598">
            <a:off x="-2309480" y="-4283919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9" y="0"/>
                </a:lnTo>
                <a:lnTo>
                  <a:pt x="7618059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6164440">
            <a:off x="-525390" y="-1554090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80" y="0"/>
                </a:lnTo>
                <a:lnTo>
                  <a:pt x="3108180" y="3108180"/>
                </a:lnTo>
                <a:lnTo>
                  <a:pt x="0" y="3108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775555" y="5065134"/>
            <a:ext cx="11074459" cy="1754158"/>
            <a:chOff x="0" y="0"/>
            <a:chExt cx="3508291" cy="5557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08291" cy="555702"/>
            </a:xfrm>
            <a:custGeom>
              <a:avLst/>
              <a:gdLst/>
              <a:ahLst/>
              <a:cxnLst/>
              <a:rect l="l" t="t" r="r" b="b"/>
              <a:pathLst>
                <a:path w="3508291" h="555702">
                  <a:moveTo>
                    <a:pt x="35653" y="0"/>
                  </a:moveTo>
                  <a:lnTo>
                    <a:pt x="3472638" y="0"/>
                  </a:lnTo>
                  <a:cubicBezTo>
                    <a:pt x="3482093" y="0"/>
                    <a:pt x="3491162" y="3756"/>
                    <a:pt x="3497848" y="10443"/>
                  </a:cubicBezTo>
                  <a:cubicBezTo>
                    <a:pt x="3504534" y="17129"/>
                    <a:pt x="3508291" y="26197"/>
                    <a:pt x="3508291" y="35653"/>
                  </a:cubicBezTo>
                  <a:lnTo>
                    <a:pt x="3508291" y="520049"/>
                  </a:lnTo>
                  <a:cubicBezTo>
                    <a:pt x="3508291" y="529505"/>
                    <a:pt x="3504534" y="538573"/>
                    <a:pt x="3497848" y="545259"/>
                  </a:cubicBezTo>
                  <a:cubicBezTo>
                    <a:pt x="3491162" y="551946"/>
                    <a:pt x="3482093" y="555702"/>
                    <a:pt x="3472638" y="555702"/>
                  </a:cubicBezTo>
                  <a:lnTo>
                    <a:pt x="35653" y="555702"/>
                  </a:lnTo>
                  <a:cubicBezTo>
                    <a:pt x="26197" y="555702"/>
                    <a:pt x="17129" y="551946"/>
                    <a:pt x="10443" y="545259"/>
                  </a:cubicBezTo>
                  <a:cubicBezTo>
                    <a:pt x="3756" y="538573"/>
                    <a:pt x="0" y="529505"/>
                    <a:pt x="0" y="520049"/>
                  </a:cubicBezTo>
                  <a:lnTo>
                    <a:pt x="0" y="35653"/>
                  </a:lnTo>
                  <a:cubicBezTo>
                    <a:pt x="0" y="26197"/>
                    <a:pt x="3756" y="17129"/>
                    <a:pt x="10443" y="10443"/>
                  </a:cubicBezTo>
                  <a:cubicBezTo>
                    <a:pt x="17129" y="3756"/>
                    <a:pt x="26197" y="0"/>
                    <a:pt x="35653" y="0"/>
                  </a:cubicBezTo>
                  <a:close/>
                </a:path>
              </a:pathLst>
            </a:custGeom>
            <a:solidFill>
              <a:srgbClr val="88996E"/>
            </a:solidFill>
            <a:ln w="38100" cap="rnd">
              <a:solidFill>
                <a:srgbClr val="50603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508291" cy="593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11171" y="4423702"/>
            <a:ext cx="1282864" cy="128286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51"/>
            </a:solidFill>
            <a:ln w="38100" cap="sq">
              <a:solidFill>
                <a:srgbClr val="50603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807677" y="7756000"/>
            <a:ext cx="11074459" cy="1754158"/>
            <a:chOff x="0" y="0"/>
            <a:chExt cx="3508291" cy="55570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08291" cy="555702"/>
            </a:xfrm>
            <a:custGeom>
              <a:avLst/>
              <a:gdLst/>
              <a:ahLst/>
              <a:cxnLst/>
              <a:rect l="l" t="t" r="r" b="b"/>
              <a:pathLst>
                <a:path w="3508291" h="555702">
                  <a:moveTo>
                    <a:pt x="35653" y="0"/>
                  </a:moveTo>
                  <a:lnTo>
                    <a:pt x="3472638" y="0"/>
                  </a:lnTo>
                  <a:cubicBezTo>
                    <a:pt x="3482093" y="0"/>
                    <a:pt x="3491162" y="3756"/>
                    <a:pt x="3497848" y="10443"/>
                  </a:cubicBezTo>
                  <a:cubicBezTo>
                    <a:pt x="3504534" y="17129"/>
                    <a:pt x="3508291" y="26197"/>
                    <a:pt x="3508291" y="35653"/>
                  </a:cubicBezTo>
                  <a:lnTo>
                    <a:pt x="3508291" y="520049"/>
                  </a:lnTo>
                  <a:cubicBezTo>
                    <a:pt x="3508291" y="529505"/>
                    <a:pt x="3504534" y="538573"/>
                    <a:pt x="3497848" y="545259"/>
                  </a:cubicBezTo>
                  <a:cubicBezTo>
                    <a:pt x="3491162" y="551946"/>
                    <a:pt x="3482093" y="555702"/>
                    <a:pt x="3472638" y="555702"/>
                  </a:cubicBezTo>
                  <a:lnTo>
                    <a:pt x="35653" y="555702"/>
                  </a:lnTo>
                  <a:cubicBezTo>
                    <a:pt x="26197" y="555702"/>
                    <a:pt x="17129" y="551946"/>
                    <a:pt x="10443" y="545259"/>
                  </a:cubicBezTo>
                  <a:cubicBezTo>
                    <a:pt x="3756" y="538573"/>
                    <a:pt x="0" y="529505"/>
                    <a:pt x="0" y="520049"/>
                  </a:cubicBezTo>
                  <a:lnTo>
                    <a:pt x="0" y="35653"/>
                  </a:lnTo>
                  <a:cubicBezTo>
                    <a:pt x="0" y="26197"/>
                    <a:pt x="3756" y="17129"/>
                    <a:pt x="10443" y="10443"/>
                  </a:cubicBezTo>
                  <a:cubicBezTo>
                    <a:pt x="17129" y="3756"/>
                    <a:pt x="26197" y="0"/>
                    <a:pt x="35653" y="0"/>
                  </a:cubicBezTo>
                  <a:close/>
                </a:path>
              </a:pathLst>
            </a:custGeom>
            <a:solidFill>
              <a:srgbClr val="88996E"/>
            </a:solidFill>
            <a:ln w="38100" cap="rnd">
              <a:solidFill>
                <a:srgbClr val="50603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508291" cy="593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43293" y="7114568"/>
            <a:ext cx="1282864" cy="128286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51"/>
            </a:solidFill>
            <a:ln w="38100" cap="sq">
              <a:solidFill>
                <a:srgbClr val="50603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-1346203" y="7966849"/>
            <a:ext cx="4801455" cy="2209259"/>
          </a:xfrm>
          <a:custGeom>
            <a:avLst/>
            <a:gdLst/>
            <a:ahLst/>
            <a:cxnLst/>
            <a:rect l="l" t="t" r="r" b="b"/>
            <a:pathLst>
              <a:path w="4801455" h="2209259">
                <a:moveTo>
                  <a:pt x="0" y="0"/>
                </a:moveTo>
                <a:lnTo>
                  <a:pt x="4801455" y="0"/>
                </a:lnTo>
                <a:lnTo>
                  <a:pt x="4801455" y="2209259"/>
                </a:lnTo>
                <a:lnTo>
                  <a:pt x="0" y="22092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850015" y="556386"/>
            <a:ext cx="4706198" cy="2359044"/>
          </a:xfrm>
          <a:custGeom>
            <a:avLst/>
            <a:gdLst/>
            <a:ahLst/>
            <a:cxnLst/>
            <a:rect l="l" t="t" r="r" b="b"/>
            <a:pathLst>
              <a:path w="4706198" h="2359044">
                <a:moveTo>
                  <a:pt x="0" y="0"/>
                </a:moveTo>
                <a:lnTo>
                  <a:pt x="4706198" y="0"/>
                </a:lnTo>
                <a:lnTo>
                  <a:pt x="4706198" y="2359043"/>
                </a:lnTo>
                <a:lnTo>
                  <a:pt x="0" y="2359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223052" y="1987859"/>
            <a:ext cx="11841897" cy="1292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74"/>
              </a:lnSpc>
            </a:pPr>
            <a:r>
              <a:rPr lang="en-US" sz="9142" dirty="0" err="1">
                <a:latin typeface="Baloo"/>
                <a:ea typeface="Baloo"/>
                <a:cs typeface="Baloo"/>
                <a:sym typeface="Baloo"/>
              </a:rPr>
              <a:t>tính</a:t>
            </a:r>
            <a:r>
              <a:rPr lang="en-US" sz="9142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9142" dirty="0" err="1">
                <a:latin typeface="Baloo"/>
                <a:ea typeface="Baloo"/>
                <a:cs typeface="Baloo"/>
                <a:sym typeface="Baloo"/>
              </a:rPr>
              <a:t>năng</a:t>
            </a:r>
            <a:r>
              <a:rPr lang="en-US" sz="9142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9142" dirty="0" err="1">
                <a:latin typeface="Baloo"/>
                <a:ea typeface="Baloo"/>
                <a:cs typeface="Baloo"/>
                <a:sym typeface="Baloo"/>
              </a:rPr>
              <a:t>sáng</a:t>
            </a:r>
            <a:r>
              <a:rPr lang="en-US" sz="9142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9142" dirty="0" err="1">
                <a:latin typeface="Baloo"/>
                <a:ea typeface="Baloo"/>
                <a:cs typeface="Baloo"/>
                <a:sym typeface="Baloo"/>
              </a:rPr>
              <a:t>tạo</a:t>
            </a:r>
            <a:endParaRPr lang="en-US" sz="9142" dirty="0"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594035" y="5465458"/>
            <a:ext cx="9048263" cy="91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642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Trợ lý AI gợi ý thói quen phù hợp.</a:t>
            </a:r>
          </a:p>
          <a:p>
            <a:pPr algn="l">
              <a:lnSpc>
                <a:spcPts val="3699"/>
              </a:lnSpc>
            </a:pPr>
            <a:endParaRPr lang="en-US" sz="2642">
              <a:solidFill>
                <a:srgbClr val="FFFFFF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663119" y="4674336"/>
            <a:ext cx="578969" cy="8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2"/>
              </a:lnSpc>
            </a:pPr>
            <a:r>
              <a:rPr lang="en-US" sz="5900">
                <a:solidFill>
                  <a:srgbClr val="FFFAF2"/>
                </a:solidFill>
                <a:latin typeface="Baloo"/>
                <a:ea typeface="Baloo"/>
                <a:cs typeface="Baloo"/>
                <a:sym typeface="Baloo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95241" y="7365202"/>
            <a:ext cx="578969" cy="8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2"/>
              </a:lnSpc>
            </a:pPr>
            <a:r>
              <a:rPr lang="en-US" sz="5900">
                <a:solidFill>
                  <a:srgbClr val="FFFAF2"/>
                </a:solidFill>
                <a:latin typeface="Baloo"/>
                <a:ea typeface="Baloo"/>
                <a:cs typeface="Baloo"/>
                <a:sym typeface="Baloo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94035" y="7919224"/>
            <a:ext cx="9048263" cy="91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642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Nhắc nhở và đề xuất cải thiện sinh hoạt hằng ngày.</a:t>
            </a:r>
          </a:p>
          <a:p>
            <a:pPr algn="l">
              <a:lnSpc>
                <a:spcPts val="3699"/>
              </a:lnSpc>
            </a:pPr>
            <a:endParaRPr lang="en-US" sz="2642">
              <a:solidFill>
                <a:srgbClr val="FFFFFF"/>
              </a:solidFill>
              <a:latin typeface="Comic Sans"/>
              <a:ea typeface="Comic Sans"/>
              <a:cs typeface="Comic Sans"/>
              <a:sym typeface="Comic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61405">
            <a:off x="-4265755" y="-853931"/>
            <a:ext cx="5777368" cy="11994861"/>
          </a:xfrm>
          <a:custGeom>
            <a:avLst/>
            <a:gdLst/>
            <a:ahLst/>
            <a:cxnLst/>
            <a:rect l="l" t="t" r="r" b="b"/>
            <a:pathLst>
              <a:path w="5777368" h="11994861">
                <a:moveTo>
                  <a:pt x="0" y="0"/>
                </a:moveTo>
                <a:lnTo>
                  <a:pt x="5777368" y="0"/>
                </a:lnTo>
                <a:lnTo>
                  <a:pt x="5777368" y="11994862"/>
                </a:lnTo>
                <a:lnTo>
                  <a:pt x="0" y="11994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659" b="-17661"/>
            </a:stretch>
          </a:blipFill>
        </p:spPr>
      </p:sp>
      <p:sp>
        <p:nvSpPr>
          <p:cNvPr id="3" name="Freeform 3"/>
          <p:cNvSpPr/>
          <p:nvPr/>
        </p:nvSpPr>
        <p:spPr>
          <a:xfrm rot="175116">
            <a:off x="16184622" y="-754305"/>
            <a:ext cx="11532843" cy="12484810"/>
          </a:xfrm>
          <a:custGeom>
            <a:avLst/>
            <a:gdLst/>
            <a:ahLst/>
            <a:cxnLst/>
            <a:rect l="l" t="t" r="r" b="b"/>
            <a:pathLst>
              <a:path w="11532843" h="12484810">
                <a:moveTo>
                  <a:pt x="0" y="0"/>
                </a:moveTo>
                <a:lnTo>
                  <a:pt x="11532843" y="0"/>
                </a:lnTo>
                <a:lnTo>
                  <a:pt x="11532843" y="12484810"/>
                </a:lnTo>
                <a:lnTo>
                  <a:pt x="0" y="12484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3246047">
            <a:off x="15603990" y="-3511293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29"/>
                </a:lnTo>
                <a:lnTo>
                  <a:pt x="0" y="75575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37785">
            <a:off x="16874998" y="-710743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80"/>
                </a:lnTo>
                <a:lnTo>
                  <a:pt x="0" y="3108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65121">
            <a:off x="-4182366" y="6014815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29"/>
                </a:lnTo>
                <a:lnTo>
                  <a:pt x="0" y="75575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953011">
            <a:off x="-1519710" y="7886536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80" y="0"/>
                </a:lnTo>
                <a:lnTo>
                  <a:pt x="3108180" y="3108180"/>
                </a:lnTo>
                <a:lnTo>
                  <a:pt x="0" y="3108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55331" y="1028700"/>
            <a:ext cx="3142593" cy="2402000"/>
          </a:xfrm>
          <a:custGeom>
            <a:avLst/>
            <a:gdLst/>
            <a:ahLst/>
            <a:cxnLst/>
            <a:rect l="l" t="t" r="r" b="b"/>
            <a:pathLst>
              <a:path w="3142593" h="2402000">
                <a:moveTo>
                  <a:pt x="0" y="0"/>
                </a:moveTo>
                <a:lnTo>
                  <a:pt x="3142593" y="0"/>
                </a:lnTo>
                <a:lnTo>
                  <a:pt x="3142593" y="2402000"/>
                </a:lnTo>
                <a:lnTo>
                  <a:pt x="0" y="240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874256" y="7433534"/>
            <a:ext cx="3331531" cy="2574772"/>
          </a:xfrm>
          <a:custGeom>
            <a:avLst/>
            <a:gdLst/>
            <a:ahLst/>
            <a:cxnLst/>
            <a:rect l="l" t="t" r="r" b="b"/>
            <a:pathLst>
              <a:path w="3331531" h="2574772">
                <a:moveTo>
                  <a:pt x="0" y="0"/>
                </a:moveTo>
                <a:lnTo>
                  <a:pt x="3331530" y="0"/>
                </a:lnTo>
                <a:lnTo>
                  <a:pt x="3331530" y="2574771"/>
                </a:lnTo>
                <a:lnTo>
                  <a:pt x="0" y="2574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887262" y="4050030"/>
            <a:ext cx="11864521" cy="1554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1"/>
              </a:lnSpc>
            </a:pPr>
            <a:r>
              <a:rPr lang="en-US" sz="10899" dirty="0">
                <a:latin typeface="Baloo"/>
                <a:ea typeface="Baloo"/>
                <a:cs typeface="Baloo"/>
                <a:sym typeface="Baloo"/>
              </a:rPr>
              <a:t>Giao </a:t>
            </a:r>
            <a:r>
              <a:rPr lang="en-US" sz="10899" dirty="0" err="1">
                <a:latin typeface="Baloo"/>
                <a:ea typeface="Baloo"/>
                <a:cs typeface="Baloo"/>
                <a:sym typeface="Baloo"/>
              </a:rPr>
              <a:t>diện</a:t>
            </a:r>
            <a:endParaRPr lang="en-US" sz="10899" dirty="0">
              <a:latin typeface="Baloo"/>
              <a:ea typeface="Baloo"/>
              <a:cs typeface="Baloo"/>
              <a:sym typeface="Balo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61405">
            <a:off x="-4265755" y="-853931"/>
            <a:ext cx="5777368" cy="11994861"/>
          </a:xfrm>
          <a:custGeom>
            <a:avLst/>
            <a:gdLst/>
            <a:ahLst/>
            <a:cxnLst/>
            <a:rect l="l" t="t" r="r" b="b"/>
            <a:pathLst>
              <a:path w="5777368" h="11994861">
                <a:moveTo>
                  <a:pt x="0" y="0"/>
                </a:moveTo>
                <a:lnTo>
                  <a:pt x="5777368" y="0"/>
                </a:lnTo>
                <a:lnTo>
                  <a:pt x="5777368" y="11994862"/>
                </a:lnTo>
                <a:lnTo>
                  <a:pt x="0" y="11994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659" b="-17661"/>
            </a:stretch>
          </a:blipFill>
        </p:spPr>
      </p:sp>
      <p:sp>
        <p:nvSpPr>
          <p:cNvPr id="3" name="Freeform 3"/>
          <p:cNvSpPr/>
          <p:nvPr/>
        </p:nvSpPr>
        <p:spPr>
          <a:xfrm rot="175116">
            <a:off x="16184622" y="-754305"/>
            <a:ext cx="11532843" cy="12484810"/>
          </a:xfrm>
          <a:custGeom>
            <a:avLst/>
            <a:gdLst/>
            <a:ahLst/>
            <a:cxnLst/>
            <a:rect l="l" t="t" r="r" b="b"/>
            <a:pathLst>
              <a:path w="11532843" h="12484810">
                <a:moveTo>
                  <a:pt x="0" y="0"/>
                </a:moveTo>
                <a:lnTo>
                  <a:pt x="11532843" y="0"/>
                </a:lnTo>
                <a:lnTo>
                  <a:pt x="11532843" y="12484810"/>
                </a:lnTo>
                <a:lnTo>
                  <a:pt x="0" y="12484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3246047">
            <a:off x="15603990" y="-3511293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29"/>
                </a:lnTo>
                <a:lnTo>
                  <a:pt x="0" y="75575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37785">
            <a:off x="16874998" y="-710743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80"/>
                </a:lnTo>
                <a:lnTo>
                  <a:pt x="0" y="3108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65121">
            <a:off x="-4182366" y="6014815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29"/>
                </a:lnTo>
                <a:lnTo>
                  <a:pt x="0" y="75575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953011">
            <a:off x="-1519710" y="7886536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80" y="0"/>
                </a:lnTo>
                <a:lnTo>
                  <a:pt x="3108180" y="3108180"/>
                </a:lnTo>
                <a:lnTo>
                  <a:pt x="0" y="3108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55331" y="1028700"/>
            <a:ext cx="3142593" cy="2402000"/>
          </a:xfrm>
          <a:custGeom>
            <a:avLst/>
            <a:gdLst/>
            <a:ahLst/>
            <a:cxnLst/>
            <a:rect l="l" t="t" r="r" b="b"/>
            <a:pathLst>
              <a:path w="3142593" h="2402000">
                <a:moveTo>
                  <a:pt x="0" y="0"/>
                </a:moveTo>
                <a:lnTo>
                  <a:pt x="3142593" y="0"/>
                </a:lnTo>
                <a:lnTo>
                  <a:pt x="3142593" y="2402000"/>
                </a:lnTo>
                <a:lnTo>
                  <a:pt x="0" y="240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874256" y="7433534"/>
            <a:ext cx="3331531" cy="2574772"/>
          </a:xfrm>
          <a:custGeom>
            <a:avLst/>
            <a:gdLst/>
            <a:ahLst/>
            <a:cxnLst/>
            <a:rect l="l" t="t" r="r" b="b"/>
            <a:pathLst>
              <a:path w="3331531" h="2574772">
                <a:moveTo>
                  <a:pt x="0" y="0"/>
                </a:moveTo>
                <a:lnTo>
                  <a:pt x="3331530" y="0"/>
                </a:lnTo>
                <a:lnTo>
                  <a:pt x="3331530" y="2574771"/>
                </a:lnTo>
                <a:lnTo>
                  <a:pt x="0" y="2574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614267" y="1028700"/>
            <a:ext cx="4526934" cy="8229600"/>
          </a:xfrm>
          <a:custGeom>
            <a:avLst/>
            <a:gdLst/>
            <a:ahLst/>
            <a:cxnLst/>
            <a:rect l="l" t="t" r="r" b="b"/>
            <a:pathLst>
              <a:path w="4526934" h="8229600">
                <a:moveTo>
                  <a:pt x="0" y="0"/>
                </a:moveTo>
                <a:lnTo>
                  <a:pt x="4526935" y="0"/>
                </a:lnTo>
                <a:lnTo>
                  <a:pt x="45269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834897" y="1028700"/>
            <a:ext cx="4702629" cy="8229600"/>
          </a:xfrm>
          <a:custGeom>
            <a:avLst/>
            <a:gdLst/>
            <a:ahLst/>
            <a:cxnLst/>
            <a:rect l="l" t="t" r="r" b="b"/>
            <a:pathLst>
              <a:path w="4702629" h="8229600">
                <a:moveTo>
                  <a:pt x="0" y="0"/>
                </a:moveTo>
                <a:lnTo>
                  <a:pt x="4702629" y="0"/>
                </a:lnTo>
                <a:lnTo>
                  <a:pt x="470262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61405">
            <a:off x="-4265755" y="-853931"/>
            <a:ext cx="5777368" cy="11994861"/>
          </a:xfrm>
          <a:custGeom>
            <a:avLst/>
            <a:gdLst/>
            <a:ahLst/>
            <a:cxnLst/>
            <a:rect l="l" t="t" r="r" b="b"/>
            <a:pathLst>
              <a:path w="5777368" h="11994861">
                <a:moveTo>
                  <a:pt x="0" y="0"/>
                </a:moveTo>
                <a:lnTo>
                  <a:pt x="5777368" y="0"/>
                </a:lnTo>
                <a:lnTo>
                  <a:pt x="5777368" y="11994862"/>
                </a:lnTo>
                <a:lnTo>
                  <a:pt x="0" y="11994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659" b="-17661"/>
            </a:stretch>
          </a:blipFill>
        </p:spPr>
      </p:sp>
      <p:sp>
        <p:nvSpPr>
          <p:cNvPr id="3" name="Freeform 3"/>
          <p:cNvSpPr/>
          <p:nvPr/>
        </p:nvSpPr>
        <p:spPr>
          <a:xfrm rot="175116">
            <a:off x="16184622" y="-754305"/>
            <a:ext cx="11532843" cy="12484810"/>
          </a:xfrm>
          <a:custGeom>
            <a:avLst/>
            <a:gdLst/>
            <a:ahLst/>
            <a:cxnLst/>
            <a:rect l="l" t="t" r="r" b="b"/>
            <a:pathLst>
              <a:path w="11532843" h="12484810">
                <a:moveTo>
                  <a:pt x="0" y="0"/>
                </a:moveTo>
                <a:lnTo>
                  <a:pt x="11532843" y="0"/>
                </a:lnTo>
                <a:lnTo>
                  <a:pt x="11532843" y="12484810"/>
                </a:lnTo>
                <a:lnTo>
                  <a:pt x="0" y="12484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3246047">
            <a:off x="15603990" y="-3511293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29"/>
                </a:lnTo>
                <a:lnTo>
                  <a:pt x="0" y="75575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37785">
            <a:off x="16874998" y="-710743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80"/>
                </a:lnTo>
                <a:lnTo>
                  <a:pt x="0" y="3108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65121">
            <a:off x="-4182366" y="6014815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29"/>
                </a:lnTo>
                <a:lnTo>
                  <a:pt x="0" y="75575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953011">
            <a:off x="-1519710" y="7886536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80" y="0"/>
                </a:lnTo>
                <a:lnTo>
                  <a:pt x="3108180" y="3108180"/>
                </a:lnTo>
                <a:lnTo>
                  <a:pt x="0" y="3108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55331" y="1028700"/>
            <a:ext cx="3142593" cy="2402000"/>
          </a:xfrm>
          <a:custGeom>
            <a:avLst/>
            <a:gdLst/>
            <a:ahLst/>
            <a:cxnLst/>
            <a:rect l="l" t="t" r="r" b="b"/>
            <a:pathLst>
              <a:path w="3142593" h="2402000">
                <a:moveTo>
                  <a:pt x="0" y="0"/>
                </a:moveTo>
                <a:lnTo>
                  <a:pt x="3142593" y="0"/>
                </a:lnTo>
                <a:lnTo>
                  <a:pt x="3142593" y="2402000"/>
                </a:lnTo>
                <a:lnTo>
                  <a:pt x="0" y="240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874256" y="7433534"/>
            <a:ext cx="3331531" cy="2574772"/>
          </a:xfrm>
          <a:custGeom>
            <a:avLst/>
            <a:gdLst/>
            <a:ahLst/>
            <a:cxnLst/>
            <a:rect l="l" t="t" r="r" b="b"/>
            <a:pathLst>
              <a:path w="3331531" h="2574772">
                <a:moveTo>
                  <a:pt x="0" y="0"/>
                </a:moveTo>
                <a:lnTo>
                  <a:pt x="3331530" y="0"/>
                </a:lnTo>
                <a:lnTo>
                  <a:pt x="3331530" y="2574771"/>
                </a:lnTo>
                <a:lnTo>
                  <a:pt x="0" y="2574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225232" y="1028700"/>
            <a:ext cx="4929612" cy="8229600"/>
          </a:xfrm>
          <a:custGeom>
            <a:avLst/>
            <a:gdLst/>
            <a:ahLst/>
            <a:cxnLst/>
            <a:rect l="l" t="t" r="r" b="b"/>
            <a:pathLst>
              <a:path w="4929612" h="8229600">
                <a:moveTo>
                  <a:pt x="0" y="0"/>
                </a:moveTo>
                <a:lnTo>
                  <a:pt x="4929612" y="0"/>
                </a:lnTo>
                <a:lnTo>
                  <a:pt x="49296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840769" y="1028700"/>
            <a:ext cx="5023962" cy="8229600"/>
          </a:xfrm>
          <a:custGeom>
            <a:avLst/>
            <a:gdLst/>
            <a:ahLst/>
            <a:cxnLst/>
            <a:rect l="l" t="t" r="r" b="b"/>
            <a:pathLst>
              <a:path w="5023962" h="8229600">
                <a:moveTo>
                  <a:pt x="0" y="0"/>
                </a:moveTo>
                <a:lnTo>
                  <a:pt x="5023962" y="0"/>
                </a:lnTo>
                <a:lnTo>
                  <a:pt x="502396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30560">
            <a:off x="13450271" y="-4790967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00613" flipH="1">
            <a:off x="-2525112" y="-4461545"/>
            <a:ext cx="7384809" cy="7326133"/>
          </a:xfrm>
          <a:custGeom>
            <a:avLst/>
            <a:gdLst/>
            <a:ahLst/>
            <a:cxnLst/>
            <a:rect l="l" t="t" r="r" b="b"/>
            <a:pathLst>
              <a:path w="7384809" h="7326133">
                <a:moveTo>
                  <a:pt x="7384809" y="0"/>
                </a:moveTo>
                <a:lnTo>
                  <a:pt x="0" y="0"/>
                </a:lnTo>
                <a:lnTo>
                  <a:pt x="0" y="7326133"/>
                </a:lnTo>
                <a:lnTo>
                  <a:pt x="7384809" y="7326133"/>
                </a:lnTo>
                <a:lnTo>
                  <a:pt x="73848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533563">
            <a:off x="16010217" y="-1308099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742441">
            <a:off x="-54540" y="-1308099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75157" y="1739137"/>
            <a:ext cx="16337686" cy="2755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84"/>
              </a:lnSpc>
            </a:pPr>
            <a:r>
              <a:rPr lang="en-US" sz="9800" dirty="0" err="1">
                <a:latin typeface="Baloo"/>
                <a:ea typeface="Baloo"/>
                <a:cs typeface="Baloo"/>
                <a:sym typeface="Baloo"/>
              </a:rPr>
              <a:t>Nghỉ</a:t>
            </a:r>
            <a:r>
              <a:rPr lang="en-US" sz="98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9800" dirty="0" err="1">
                <a:latin typeface="Baloo"/>
                <a:ea typeface="Baloo"/>
                <a:cs typeface="Baloo"/>
                <a:sym typeface="Baloo"/>
              </a:rPr>
              <a:t>ngơi</a:t>
            </a:r>
            <a:r>
              <a:rPr lang="en-US" sz="98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9800" dirty="0" err="1"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98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9800" dirty="0" err="1">
                <a:latin typeface="Baloo"/>
                <a:ea typeface="Baloo"/>
                <a:cs typeface="Baloo"/>
                <a:sym typeface="Baloo"/>
              </a:rPr>
              <a:t>sinh</a:t>
            </a:r>
            <a:r>
              <a:rPr lang="en-US" sz="98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9800" dirty="0" err="1">
                <a:latin typeface="Baloo"/>
                <a:ea typeface="Baloo"/>
                <a:cs typeface="Baloo"/>
                <a:sym typeface="Baloo"/>
              </a:rPr>
              <a:t>hoạt</a:t>
            </a:r>
            <a:endParaRPr lang="en-US" sz="9800" dirty="0">
              <a:latin typeface="Baloo"/>
              <a:ea typeface="Baloo"/>
              <a:cs typeface="Baloo"/>
              <a:sym typeface="Baloo"/>
            </a:endParaRPr>
          </a:p>
          <a:p>
            <a:pPr algn="ctr">
              <a:lnSpc>
                <a:spcPts val="10584"/>
              </a:lnSpc>
            </a:pPr>
            <a:endParaRPr lang="en-US" sz="9800" dirty="0">
              <a:solidFill>
                <a:srgbClr val="FFFAF2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75801" y="3586132"/>
            <a:ext cx="16337686" cy="4548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24940" lvl="1" indent="-712470" algn="l">
              <a:lnSpc>
                <a:spcPts val="7128"/>
              </a:lnSpc>
              <a:buFont typeface="Arial"/>
              <a:buChar char="•"/>
            </a:pP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Theo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dõi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thời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gian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ngủ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,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giờ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đi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ngủ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thức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dậy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.</a:t>
            </a:r>
          </a:p>
          <a:p>
            <a:pPr marL="1424940" lvl="1" indent="-712470" algn="l">
              <a:lnSpc>
                <a:spcPts val="7128"/>
              </a:lnSpc>
              <a:buFont typeface="Arial"/>
              <a:buChar char="•"/>
            </a:pP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Đặt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mục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tiêu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ngủ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hợp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lý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.</a:t>
            </a:r>
          </a:p>
          <a:p>
            <a:pPr marL="1424940" lvl="1" indent="-712470" algn="l">
              <a:lnSpc>
                <a:spcPts val="7128"/>
              </a:lnSpc>
              <a:buFont typeface="Arial"/>
              <a:buChar char="•"/>
            </a:pP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Nhắc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nhở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nghỉ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ngơi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đúng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giờ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.</a:t>
            </a:r>
          </a:p>
          <a:p>
            <a:pPr algn="ctr">
              <a:lnSpc>
                <a:spcPts val="7128"/>
              </a:lnSpc>
            </a:pPr>
            <a:endParaRPr lang="en-US" sz="6600" dirty="0">
              <a:latin typeface="Baloo"/>
              <a:ea typeface="Baloo"/>
              <a:cs typeface="Baloo"/>
              <a:sym typeface="Balo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30560">
            <a:off x="13450271" y="-4790967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00613" flipH="1">
            <a:off x="-2525112" y="-4461545"/>
            <a:ext cx="7384809" cy="7326133"/>
          </a:xfrm>
          <a:custGeom>
            <a:avLst/>
            <a:gdLst/>
            <a:ahLst/>
            <a:cxnLst/>
            <a:rect l="l" t="t" r="r" b="b"/>
            <a:pathLst>
              <a:path w="7384809" h="7326133">
                <a:moveTo>
                  <a:pt x="7384809" y="0"/>
                </a:moveTo>
                <a:lnTo>
                  <a:pt x="0" y="0"/>
                </a:lnTo>
                <a:lnTo>
                  <a:pt x="0" y="7326133"/>
                </a:lnTo>
                <a:lnTo>
                  <a:pt x="7384809" y="7326133"/>
                </a:lnTo>
                <a:lnTo>
                  <a:pt x="73848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533563">
            <a:off x="16010217" y="-1308099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742441">
            <a:off x="-54540" y="-1308099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75157" y="1557792"/>
            <a:ext cx="16337686" cy="1396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84"/>
              </a:lnSpc>
            </a:pPr>
            <a:r>
              <a:rPr lang="en-US" sz="9800" dirty="0" err="1">
                <a:latin typeface="Baloo"/>
                <a:ea typeface="Baloo"/>
                <a:cs typeface="Baloo"/>
                <a:sym typeface="Baloo"/>
              </a:rPr>
              <a:t>ăn</a:t>
            </a:r>
            <a:r>
              <a:rPr lang="en-US" sz="98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9800" dirty="0" err="1">
                <a:latin typeface="Baloo"/>
                <a:ea typeface="Baloo"/>
                <a:cs typeface="Baloo"/>
                <a:sym typeface="Baloo"/>
              </a:rPr>
              <a:t>uống</a:t>
            </a:r>
            <a:endParaRPr lang="en-US" sz="9800" dirty="0"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75801" y="3586132"/>
            <a:ext cx="16337686" cy="364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24940" lvl="1" indent="-712470" algn="l">
              <a:lnSpc>
                <a:spcPts val="7128"/>
              </a:lnSpc>
              <a:buFont typeface="Arial"/>
              <a:buChar char="•"/>
            </a:pP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Lập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kế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hoạch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các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bữa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ăn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hằng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ngày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.</a:t>
            </a:r>
          </a:p>
          <a:p>
            <a:pPr marL="1424940" lvl="1" indent="-712470" algn="l">
              <a:lnSpc>
                <a:spcPts val="7128"/>
              </a:lnSpc>
              <a:buFont typeface="Arial"/>
              <a:buChar char="•"/>
            </a:pP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Theo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dõi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lượng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nước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uống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.</a:t>
            </a:r>
          </a:p>
          <a:p>
            <a:pPr marL="1424940" lvl="1" indent="-712470" algn="l">
              <a:lnSpc>
                <a:spcPts val="7128"/>
              </a:lnSpc>
              <a:buFont typeface="Arial"/>
              <a:buChar char="•"/>
            </a:pP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Gợi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ý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món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ăn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phù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hợp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với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ngân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sách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.</a:t>
            </a:r>
          </a:p>
          <a:p>
            <a:pPr algn="ctr">
              <a:lnSpc>
                <a:spcPts val="7128"/>
              </a:lnSpc>
            </a:pPr>
            <a:endParaRPr lang="en-US" sz="6600" dirty="0">
              <a:latin typeface="Baloo"/>
              <a:ea typeface="Baloo"/>
              <a:cs typeface="Baloo"/>
              <a:sym typeface="Balo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30560">
            <a:off x="13450271" y="-4790967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00613" flipH="1">
            <a:off x="-2525112" y="-4461545"/>
            <a:ext cx="7384809" cy="7326133"/>
          </a:xfrm>
          <a:custGeom>
            <a:avLst/>
            <a:gdLst/>
            <a:ahLst/>
            <a:cxnLst/>
            <a:rect l="l" t="t" r="r" b="b"/>
            <a:pathLst>
              <a:path w="7384809" h="7326133">
                <a:moveTo>
                  <a:pt x="7384809" y="0"/>
                </a:moveTo>
                <a:lnTo>
                  <a:pt x="0" y="0"/>
                </a:lnTo>
                <a:lnTo>
                  <a:pt x="0" y="7326133"/>
                </a:lnTo>
                <a:lnTo>
                  <a:pt x="7384809" y="7326133"/>
                </a:lnTo>
                <a:lnTo>
                  <a:pt x="73848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533563">
            <a:off x="16010217" y="-1308099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742441">
            <a:off x="-54540" y="-1308099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75157" y="1655439"/>
            <a:ext cx="16337686" cy="2755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84"/>
              </a:lnSpc>
            </a:pPr>
            <a:r>
              <a:rPr lang="en-US" sz="9800" dirty="0">
                <a:latin typeface="Baloo"/>
                <a:ea typeface="Baloo"/>
                <a:cs typeface="Baloo"/>
                <a:sym typeface="Baloo"/>
              </a:rPr>
              <a:t>Quản </a:t>
            </a:r>
            <a:r>
              <a:rPr lang="en-US" sz="9800" dirty="0" err="1">
                <a:latin typeface="Baloo"/>
                <a:ea typeface="Baloo"/>
                <a:cs typeface="Baloo"/>
                <a:sym typeface="Baloo"/>
              </a:rPr>
              <a:t>lý</a:t>
            </a:r>
            <a:r>
              <a:rPr lang="en-US" sz="9800" dirty="0">
                <a:latin typeface="Baloo"/>
                <a:ea typeface="Baloo"/>
                <a:cs typeface="Baloo"/>
                <a:sym typeface="Baloo"/>
              </a:rPr>
              <a:t> chi </a:t>
            </a:r>
            <a:r>
              <a:rPr lang="en-US" sz="9800" dirty="0" err="1">
                <a:latin typeface="Baloo"/>
                <a:ea typeface="Baloo"/>
                <a:cs typeface="Baloo"/>
                <a:sym typeface="Baloo"/>
              </a:rPr>
              <a:t>tiêu</a:t>
            </a:r>
            <a:endParaRPr lang="en-US" sz="9800" dirty="0">
              <a:latin typeface="Baloo"/>
              <a:ea typeface="Baloo"/>
              <a:cs typeface="Baloo"/>
              <a:sym typeface="Baloo"/>
            </a:endParaRPr>
          </a:p>
          <a:p>
            <a:pPr algn="ctr">
              <a:lnSpc>
                <a:spcPts val="10584"/>
              </a:lnSpc>
            </a:pPr>
            <a:endParaRPr lang="en-US" sz="9800" dirty="0"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75801" y="3586132"/>
            <a:ext cx="16337686" cy="4548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24940" lvl="1" indent="-712470" algn="l">
              <a:lnSpc>
                <a:spcPts val="7128"/>
              </a:lnSpc>
              <a:buFont typeface="Arial"/>
              <a:buChar char="•"/>
            </a:pP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Ghi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lại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các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khoản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thu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, chi.</a:t>
            </a:r>
          </a:p>
          <a:p>
            <a:pPr marL="1424940" lvl="1" indent="-712470" algn="l">
              <a:lnSpc>
                <a:spcPts val="7128"/>
              </a:lnSpc>
              <a:buFont typeface="Arial"/>
              <a:buChar char="•"/>
            </a:pP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Phân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loại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chi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tiêu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theo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từng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mục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.</a:t>
            </a:r>
          </a:p>
          <a:p>
            <a:pPr marL="1424940" lvl="1" indent="-712470" algn="l">
              <a:lnSpc>
                <a:spcPts val="7128"/>
              </a:lnSpc>
              <a:buFont typeface="Arial"/>
              <a:buChar char="•"/>
            </a:pP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Đặt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ngân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sách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theo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dõi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số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tiền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còn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lại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.</a:t>
            </a:r>
          </a:p>
          <a:p>
            <a:pPr algn="ctr">
              <a:lnSpc>
                <a:spcPts val="7128"/>
              </a:lnSpc>
            </a:pPr>
            <a:endParaRPr lang="en-US" sz="6600" dirty="0">
              <a:latin typeface="Baloo"/>
              <a:ea typeface="Baloo"/>
              <a:cs typeface="Baloo"/>
              <a:sym typeface="Balo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30560">
            <a:off x="13450271" y="-4790967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00613" flipH="1">
            <a:off x="-2525112" y="-4461545"/>
            <a:ext cx="7384809" cy="7326133"/>
          </a:xfrm>
          <a:custGeom>
            <a:avLst/>
            <a:gdLst/>
            <a:ahLst/>
            <a:cxnLst/>
            <a:rect l="l" t="t" r="r" b="b"/>
            <a:pathLst>
              <a:path w="7384809" h="7326133">
                <a:moveTo>
                  <a:pt x="7384809" y="0"/>
                </a:moveTo>
                <a:lnTo>
                  <a:pt x="0" y="0"/>
                </a:lnTo>
                <a:lnTo>
                  <a:pt x="0" y="7326133"/>
                </a:lnTo>
                <a:lnTo>
                  <a:pt x="7384809" y="7326133"/>
                </a:lnTo>
                <a:lnTo>
                  <a:pt x="73848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533563">
            <a:off x="16010217" y="-1308099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742441">
            <a:off x="-54540" y="-1308099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79"/>
                </a:lnTo>
                <a:lnTo>
                  <a:pt x="0" y="3108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75157" y="1864684"/>
            <a:ext cx="16337686" cy="2755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84"/>
              </a:lnSpc>
            </a:pPr>
            <a:r>
              <a:rPr lang="en-US" sz="9800" dirty="0">
                <a:latin typeface="Baloo"/>
                <a:ea typeface="Baloo"/>
                <a:cs typeface="Baloo"/>
                <a:sym typeface="Baloo"/>
              </a:rPr>
              <a:t>Quản </a:t>
            </a:r>
            <a:r>
              <a:rPr lang="en-US" sz="9800" dirty="0" err="1">
                <a:latin typeface="Baloo"/>
                <a:ea typeface="Baloo"/>
                <a:cs typeface="Baloo"/>
                <a:sym typeface="Baloo"/>
              </a:rPr>
              <a:t>lý</a:t>
            </a:r>
            <a:r>
              <a:rPr lang="en-US" sz="98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9800" dirty="0" err="1">
                <a:latin typeface="Baloo"/>
                <a:ea typeface="Baloo"/>
                <a:cs typeface="Baloo"/>
                <a:sym typeface="Baloo"/>
              </a:rPr>
              <a:t>thời</a:t>
            </a:r>
            <a:r>
              <a:rPr lang="en-US" sz="98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9800" dirty="0" err="1">
                <a:latin typeface="Baloo"/>
                <a:ea typeface="Baloo"/>
                <a:cs typeface="Baloo"/>
                <a:sym typeface="Baloo"/>
              </a:rPr>
              <a:t>gian</a:t>
            </a:r>
            <a:endParaRPr lang="en-US" sz="9800" dirty="0">
              <a:latin typeface="Baloo"/>
              <a:ea typeface="Baloo"/>
              <a:cs typeface="Baloo"/>
              <a:sym typeface="Baloo"/>
            </a:endParaRPr>
          </a:p>
          <a:p>
            <a:pPr algn="ctr">
              <a:lnSpc>
                <a:spcPts val="10584"/>
              </a:lnSpc>
            </a:pPr>
            <a:endParaRPr lang="en-US" sz="9800" dirty="0"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67292" y="3738507"/>
            <a:ext cx="16337686" cy="4548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Lập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lịch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học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tập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sinh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hoạt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.</a:t>
            </a:r>
          </a:p>
          <a:p>
            <a:pPr algn="ctr">
              <a:lnSpc>
                <a:spcPts val="7128"/>
              </a:lnSpc>
            </a:pP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Nhắc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nhở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công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việc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cần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hoàn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thành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.</a:t>
            </a:r>
          </a:p>
          <a:p>
            <a:pPr algn="ctr">
              <a:lnSpc>
                <a:spcPts val="7128"/>
              </a:lnSpc>
            </a:pP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Theo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dõi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tiến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độ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và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mức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độ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hoàn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thành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kế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00" dirty="0" err="1">
                <a:latin typeface="Baloo"/>
                <a:ea typeface="Baloo"/>
                <a:cs typeface="Baloo"/>
                <a:sym typeface="Baloo"/>
              </a:rPr>
              <a:t>hoạch</a:t>
            </a:r>
            <a:r>
              <a:rPr lang="en-US" sz="6600" dirty="0">
                <a:latin typeface="Baloo"/>
                <a:ea typeface="Baloo"/>
                <a:cs typeface="Baloo"/>
                <a:sym typeface="Baloo"/>
              </a:rPr>
              <a:t>.</a:t>
            </a:r>
          </a:p>
          <a:p>
            <a:pPr algn="ctr">
              <a:lnSpc>
                <a:spcPts val="7128"/>
              </a:lnSpc>
            </a:pPr>
            <a:endParaRPr lang="en-US" sz="6600" dirty="0">
              <a:latin typeface="Baloo"/>
              <a:ea typeface="Baloo"/>
              <a:cs typeface="Baloo"/>
              <a:sym typeface="Balo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61405">
            <a:off x="-4265755" y="-853931"/>
            <a:ext cx="5777368" cy="11994861"/>
          </a:xfrm>
          <a:custGeom>
            <a:avLst/>
            <a:gdLst/>
            <a:ahLst/>
            <a:cxnLst/>
            <a:rect l="l" t="t" r="r" b="b"/>
            <a:pathLst>
              <a:path w="5777368" h="11994861">
                <a:moveTo>
                  <a:pt x="0" y="0"/>
                </a:moveTo>
                <a:lnTo>
                  <a:pt x="5777368" y="0"/>
                </a:lnTo>
                <a:lnTo>
                  <a:pt x="5777368" y="11994862"/>
                </a:lnTo>
                <a:lnTo>
                  <a:pt x="0" y="11994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659" b="-17661"/>
            </a:stretch>
          </a:blipFill>
        </p:spPr>
      </p:sp>
      <p:sp>
        <p:nvSpPr>
          <p:cNvPr id="3" name="Freeform 3"/>
          <p:cNvSpPr/>
          <p:nvPr/>
        </p:nvSpPr>
        <p:spPr>
          <a:xfrm rot="175116">
            <a:off x="16184622" y="-754305"/>
            <a:ext cx="11532843" cy="12484810"/>
          </a:xfrm>
          <a:custGeom>
            <a:avLst/>
            <a:gdLst/>
            <a:ahLst/>
            <a:cxnLst/>
            <a:rect l="l" t="t" r="r" b="b"/>
            <a:pathLst>
              <a:path w="11532843" h="12484810">
                <a:moveTo>
                  <a:pt x="0" y="0"/>
                </a:moveTo>
                <a:lnTo>
                  <a:pt x="11532843" y="0"/>
                </a:lnTo>
                <a:lnTo>
                  <a:pt x="11532843" y="12484810"/>
                </a:lnTo>
                <a:lnTo>
                  <a:pt x="0" y="12484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3246047">
            <a:off x="15603990" y="-3511293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29"/>
                </a:lnTo>
                <a:lnTo>
                  <a:pt x="0" y="75575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37785">
            <a:off x="16874998" y="-710743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79" y="0"/>
                </a:lnTo>
                <a:lnTo>
                  <a:pt x="3108179" y="3108180"/>
                </a:lnTo>
                <a:lnTo>
                  <a:pt x="0" y="3108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65121">
            <a:off x="-4182366" y="6014815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29"/>
                </a:lnTo>
                <a:lnTo>
                  <a:pt x="0" y="75575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953011">
            <a:off x="-1519710" y="7886536"/>
            <a:ext cx="3108180" cy="3108180"/>
          </a:xfrm>
          <a:custGeom>
            <a:avLst/>
            <a:gdLst/>
            <a:ahLst/>
            <a:cxnLst/>
            <a:rect l="l" t="t" r="r" b="b"/>
            <a:pathLst>
              <a:path w="3108180" h="3108180">
                <a:moveTo>
                  <a:pt x="0" y="0"/>
                </a:moveTo>
                <a:lnTo>
                  <a:pt x="3108180" y="0"/>
                </a:lnTo>
                <a:lnTo>
                  <a:pt x="3108180" y="3108180"/>
                </a:lnTo>
                <a:lnTo>
                  <a:pt x="0" y="31081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55331" y="1028700"/>
            <a:ext cx="3142593" cy="2402000"/>
          </a:xfrm>
          <a:custGeom>
            <a:avLst/>
            <a:gdLst/>
            <a:ahLst/>
            <a:cxnLst/>
            <a:rect l="l" t="t" r="r" b="b"/>
            <a:pathLst>
              <a:path w="3142593" h="2402000">
                <a:moveTo>
                  <a:pt x="0" y="0"/>
                </a:moveTo>
                <a:lnTo>
                  <a:pt x="3142593" y="0"/>
                </a:lnTo>
                <a:lnTo>
                  <a:pt x="3142593" y="2402000"/>
                </a:lnTo>
                <a:lnTo>
                  <a:pt x="0" y="240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874256" y="7433534"/>
            <a:ext cx="3331531" cy="2574772"/>
          </a:xfrm>
          <a:custGeom>
            <a:avLst/>
            <a:gdLst/>
            <a:ahLst/>
            <a:cxnLst/>
            <a:rect l="l" t="t" r="r" b="b"/>
            <a:pathLst>
              <a:path w="3331531" h="2574772">
                <a:moveTo>
                  <a:pt x="0" y="0"/>
                </a:moveTo>
                <a:lnTo>
                  <a:pt x="3331530" y="0"/>
                </a:lnTo>
                <a:lnTo>
                  <a:pt x="3331530" y="2574771"/>
                </a:lnTo>
                <a:lnTo>
                  <a:pt x="0" y="25747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097490" y="155791"/>
            <a:ext cx="8381893" cy="9839693"/>
          </a:xfrm>
          <a:custGeom>
            <a:avLst/>
            <a:gdLst/>
            <a:ahLst/>
            <a:cxnLst/>
            <a:rect l="l" t="t" r="r" b="b"/>
            <a:pathLst>
              <a:path w="8381893" h="9839693">
                <a:moveTo>
                  <a:pt x="0" y="0"/>
                </a:moveTo>
                <a:lnTo>
                  <a:pt x="8381893" y="0"/>
                </a:lnTo>
                <a:lnTo>
                  <a:pt x="8381893" y="9839693"/>
                </a:lnTo>
                <a:lnTo>
                  <a:pt x="0" y="98396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908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139238" y="3082316"/>
            <a:ext cx="9525" cy="2179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36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354122">
            <a:off x="1209778" y="5897641"/>
            <a:ext cx="5110720" cy="10610780"/>
          </a:xfrm>
          <a:custGeom>
            <a:avLst/>
            <a:gdLst/>
            <a:ahLst/>
            <a:cxnLst/>
            <a:rect l="l" t="t" r="r" b="b"/>
            <a:pathLst>
              <a:path w="5110720" h="10610780">
                <a:moveTo>
                  <a:pt x="0" y="0"/>
                </a:moveTo>
                <a:lnTo>
                  <a:pt x="5110720" y="0"/>
                </a:lnTo>
                <a:lnTo>
                  <a:pt x="5110720" y="10610781"/>
                </a:lnTo>
                <a:lnTo>
                  <a:pt x="0" y="10610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659" b="-1766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52826" y="2887403"/>
            <a:ext cx="8884479" cy="4343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36"/>
              </a:lnSpc>
            </a:pPr>
            <a:r>
              <a:rPr lang="en-US" sz="15496" dirty="0">
                <a:latin typeface="Baloo"/>
                <a:ea typeface="Baloo"/>
                <a:cs typeface="Baloo"/>
                <a:sym typeface="Baloo"/>
              </a:rPr>
              <a:t>Q&amp;A</a:t>
            </a:r>
          </a:p>
          <a:p>
            <a:pPr algn="ctr">
              <a:lnSpc>
                <a:spcPts val="16736"/>
              </a:lnSpc>
            </a:pPr>
            <a:r>
              <a:rPr lang="en-US" sz="15496" dirty="0">
                <a:latin typeface="Baloo"/>
                <a:ea typeface="Baloo"/>
                <a:cs typeface="Baloo"/>
                <a:sym typeface="Baloo"/>
              </a:rPr>
              <a:t>Session</a:t>
            </a:r>
          </a:p>
        </p:txBody>
      </p:sp>
      <p:sp>
        <p:nvSpPr>
          <p:cNvPr id="4" name="Freeform 4"/>
          <p:cNvSpPr/>
          <p:nvPr/>
        </p:nvSpPr>
        <p:spPr>
          <a:xfrm rot="1730560">
            <a:off x="13450271" y="-4790967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0613" flipH="1">
            <a:off x="-2525112" y="-4461545"/>
            <a:ext cx="7384809" cy="7326133"/>
          </a:xfrm>
          <a:custGeom>
            <a:avLst/>
            <a:gdLst/>
            <a:ahLst/>
            <a:cxnLst/>
            <a:rect l="l" t="t" r="r" b="b"/>
            <a:pathLst>
              <a:path w="7384809" h="7326133">
                <a:moveTo>
                  <a:pt x="7384809" y="0"/>
                </a:moveTo>
                <a:lnTo>
                  <a:pt x="0" y="0"/>
                </a:lnTo>
                <a:lnTo>
                  <a:pt x="0" y="7326133"/>
                </a:lnTo>
                <a:lnTo>
                  <a:pt x="7384809" y="7326133"/>
                </a:lnTo>
                <a:lnTo>
                  <a:pt x="73848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442721">
            <a:off x="10964576" y="8193510"/>
            <a:ext cx="11532843" cy="12484810"/>
          </a:xfrm>
          <a:custGeom>
            <a:avLst/>
            <a:gdLst/>
            <a:ahLst/>
            <a:cxnLst/>
            <a:rect l="l" t="t" r="r" b="b"/>
            <a:pathLst>
              <a:path w="11532843" h="12484810">
                <a:moveTo>
                  <a:pt x="0" y="0"/>
                </a:moveTo>
                <a:lnTo>
                  <a:pt x="11532844" y="0"/>
                </a:lnTo>
                <a:lnTo>
                  <a:pt x="11532844" y="12484810"/>
                </a:lnTo>
                <a:lnTo>
                  <a:pt x="0" y="12484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08784" y="0"/>
            <a:ext cx="2901032" cy="1661500"/>
          </a:xfrm>
          <a:custGeom>
            <a:avLst/>
            <a:gdLst/>
            <a:ahLst/>
            <a:cxnLst/>
            <a:rect l="l" t="t" r="r" b="b"/>
            <a:pathLst>
              <a:path w="2901032" h="1661500">
                <a:moveTo>
                  <a:pt x="0" y="0"/>
                </a:moveTo>
                <a:lnTo>
                  <a:pt x="2901032" y="0"/>
                </a:lnTo>
                <a:lnTo>
                  <a:pt x="2901032" y="1661500"/>
                </a:lnTo>
                <a:lnTo>
                  <a:pt x="0" y="166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2020223">
            <a:off x="-403763" y="-78410"/>
            <a:ext cx="3142110" cy="1799572"/>
          </a:xfrm>
          <a:custGeom>
            <a:avLst/>
            <a:gdLst/>
            <a:ahLst/>
            <a:cxnLst/>
            <a:rect l="l" t="t" r="r" b="b"/>
            <a:pathLst>
              <a:path w="3142110" h="1799572">
                <a:moveTo>
                  <a:pt x="0" y="0"/>
                </a:moveTo>
                <a:lnTo>
                  <a:pt x="3142110" y="0"/>
                </a:lnTo>
                <a:lnTo>
                  <a:pt x="3142110" y="1799572"/>
                </a:lnTo>
                <a:lnTo>
                  <a:pt x="0" y="1799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21246" y="7705545"/>
            <a:ext cx="4024128" cy="3106591"/>
          </a:xfrm>
          <a:custGeom>
            <a:avLst/>
            <a:gdLst/>
            <a:ahLst/>
            <a:cxnLst/>
            <a:rect l="l" t="t" r="r" b="b"/>
            <a:pathLst>
              <a:path w="4024128" h="3106591">
                <a:moveTo>
                  <a:pt x="0" y="0"/>
                </a:moveTo>
                <a:lnTo>
                  <a:pt x="4024128" y="0"/>
                </a:lnTo>
                <a:lnTo>
                  <a:pt x="4024128" y="3106591"/>
                </a:lnTo>
                <a:lnTo>
                  <a:pt x="0" y="31065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308407" y="7783357"/>
            <a:ext cx="3979593" cy="3065603"/>
          </a:xfrm>
          <a:custGeom>
            <a:avLst/>
            <a:gdLst/>
            <a:ahLst/>
            <a:cxnLst/>
            <a:rect l="l" t="t" r="r" b="b"/>
            <a:pathLst>
              <a:path w="3979593" h="3065603">
                <a:moveTo>
                  <a:pt x="0" y="0"/>
                </a:moveTo>
                <a:lnTo>
                  <a:pt x="3979593" y="0"/>
                </a:lnTo>
                <a:lnTo>
                  <a:pt x="3979593" y="3065603"/>
                </a:lnTo>
                <a:lnTo>
                  <a:pt x="0" y="30656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445374" y="8589138"/>
            <a:ext cx="3221647" cy="1856840"/>
          </a:xfrm>
          <a:custGeom>
            <a:avLst/>
            <a:gdLst/>
            <a:ahLst/>
            <a:cxnLst/>
            <a:rect l="l" t="t" r="r" b="b"/>
            <a:pathLst>
              <a:path w="3221647" h="1856840">
                <a:moveTo>
                  <a:pt x="0" y="0"/>
                </a:moveTo>
                <a:lnTo>
                  <a:pt x="3221647" y="0"/>
                </a:lnTo>
                <a:lnTo>
                  <a:pt x="3221647" y="1856841"/>
                </a:lnTo>
                <a:lnTo>
                  <a:pt x="0" y="1856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479655" y="8589138"/>
            <a:ext cx="2157650" cy="2613893"/>
          </a:xfrm>
          <a:custGeom>
            <a:avLst/>
            <a:gdLst/>
            <a:ahLst/>
            <a:cxnLst/>
            <a:rect l="l" t="t" r="r" b="b"/>
            <a:pathLst>
              <a:path w="2157650" h="2613893">
                <a:moveTo>
                  <a:pt x="0" y="0"/>
                </a:moveTo>
                <a:lnTo>
                  <a:pt x="2157650" y="0"/>
                </a:lnTo>
                <a:lnTo>
                  <a:pt x="2157650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241456">
            <a:off x="16764684" y="5326216"/>
            <a:ext cx="1587801" cy="3032260"/>
          </a:xfrm>
          <a:custGeom>
            <a:avLst/>
            <a:gdLst/>
            <a:ahLst/>
            <a:cxnLst/>
            <a:rect l="l" t="t" r="r" b="b"/>
            <a:pathLst>
              <a:path w="1587801" h="3032260">
                <a:moveTo>
                  <a:pt x="0" y="0"/>
                </a:moveTo>
                <a:lnTo>
                  <a:pt x="1587801" y="0"/>
                </a:lnTo>
                <a:lnTo>
                  <a:pt x="1587801" y="3032260"/>
                </a:lnTo>
                <a:lnTo>
                  <a:pt x="0" y="3032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4579564">
            <a:off x="-482891" y="5595799"/>
            <a:ext cx="2384981" cy="2967736"/>
          </a:xfrm>
          <a:custGeom>
            <a:avLst/>
            <a:gdLst/>
            <a:ahLst/>
            <a:cxnLst/>
            <a:rect l="l" t="t" r="r" b="b"/>
            <a:pathLst>
              <a:path w="2384981" h="2967736">
                <a:moveTo>
                  <a:pt x="0" y="0"/>
                </a:moveTo>
                <a:lnTo>
                  <a:pt x="2384981" y="0"/>
                </a:lnTo>
                <a:lnTo>
                  <a:pt x="2384981" y="2967736"/>
                </a:lnTo>
                <a:lnTo>
                  <a:pt x="0" y="29677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354122">
            <a:off x="1209778" y="5897641"/>
            <a:ext cx="5110720" cy="10610780"/>
          </a:xfrm>
          <a:custGeom>
            <a:avLst/>
            <a:gdLst/>
            <a:ahLst/>
            <a:cxnLst/>
            <a:rect l="l" t="t" r="r" b="b"/>
            <a:pathLst>
              <a:path w="5110720" h="10610780">
                <a:moveTo>
                  <a:pt x="0" y="0"/>
                </a:moveTo>
                <a:lnTo>
                  <a:pt x="5110720" y="0"/>
                </a:lnTo>
                <a:lnTo>
                  <a:pt x="5110720" y="10610781"/>
                </a:lnTo>
                <a:lnTo>
                  <a:pt x="0" y="10610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659" b="-1766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74162" y="1593592"/>
            <a:ext cx="11339675" cy="4732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4"/>
              </a:lnSpc>
            </a:pPr>
            <a:r>
              <a:rPr lang="en-US" sz="16846" dirty="0" err="1">
                <a:latin typeface="Baloo"/>
                <a:ea typeface="Baloo"/>
                <a:cs typeface="Baloo"/>
                <a:sym typeface="Baloo"/>
              </a:rPr>
              <a:t>Chúng</a:t>
            </a:r>
            <a:r>
              <a:rPr lang="en-US" sz="16846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6846" dirty="0" err="1">
                <a:latin typeface="Baloo"/>
                <a:ea typeface="Baloo"/>
                <a:cs typeface="Baloo"/>
                <a:sym typeface="Baloo"/>
              </a:rPr>
              <a:t>em</a:t>
            </a:r>
            <a:r>
              <a:rPr lang="en-US" sz="16846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6846" dirty="0" err="1">
                <a:latin typeface="Baloo"/>
                <a:ea typeface="Baloo"/>
                <a:cs typeface="Baloo"/>
                <a:sym typeface="Baloo"/>
              </a:rPr>
              <a:t>xin</a:t>
            </a:r>
            <a:r>
              <a:rPr lang="en-US" sz="16846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6846" dirty="0" err="1">
                <a:latin typeface="Baloo"/>
                <a:ea typeface="Baloo"/>
                <a:cs typeface="Baloo"/>
                <a:sym typeface="Baloo"/>
              </a:rPr>
              <a:t>cảm</a:t>
            </a:r>
            <a:r>
              <a:rPr lang="en-US" sz="16846" dirty="0"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16846" dirty="0" err="1">
                <a:latin typeface="Baloo"/>
                <a:ea typeface="Baloo"/>
                <a:cs typeface="Baloo"/>
                <a:sym typeface="Baloo"/>
              </a:rPr>
              <a:t>ơn</a:t>
            </a:r>
            <a:endParaRPr lang="en-US" sz="16846" dirty="0"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4" name="Freeform 4"/>
          <p:cNvSpPr/>
          <p:nvPr/>
        </p:nvSpPr>
        <p:spPr>
          <a:xfrm rot="1730560">
            <a:off x="13450271" y="-4790967"/>
            <a:ext cx="7618059" cy="7557529"/>
          </a:xfrm>
          <a:custGeom>
            <a:avLst/>
            <a:gdLst/>
            <a:ahLst/>
            <a:cxnLst/>
            <a:rect l="l" t="t" r="r" b="b"/>
            <a:pathLst>
              <a:path w="7618059" h="7557529">
                <a:moveTo>
                  <a:pt x="0" y="0"/>
                </a:moveTo>
                <a:lnTo>
                  <a:pt x="7618058" y="0"/>
                </a:lnTo>
                <a:lnTo>
                  <a:pt x="7618058" y="7557530"/>
                </a:lnTo>
                <a:lnTo>
                  <a:pt x="0" y="7557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700613" flipH="1">
            <a:off x="-2525112" y="-4461545"/>
            <a:ext cx="7384809" cy="7326133"/>
          </a:xfrm>
          <a:custGeom>
            <a:avLst/>
            <a:gdLst/>
            <a:ahLst/>
            <a:cxnLst/>
            <a:rect l="l" t="t" r="r" b="b"/>
            <a:pathLst>
              <a:path w="7384809" h="7326133">
                <a:moveTo>
                  <a:pt x="7384809" y="0"/>
                </a:moveTo>
                <a:lnTo>
                  <a:pt x="0" y="0"/>
                </a:lnTo>
                <a:lnTo>
                  <a:pt x="0" y="7326133"/>
                </a:lnTo>
                <a:lnTo>
                  <a:pt x="7384809" y="7326133"/>
                </a:lnTo>
                <a:lnTo>
                  <a:pt x="73848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442721">
            <a:off x="10964576" y="8193510"/>
            <a:ext cx="11532843" cy="12484810"/>
          </a:xfrm>
          <a:custGeom>
            <a:avLst/>
            <a:gdLst/>
            <a:ahLst/>
            <a:cxnLst/>
            <a:rect l="l" t="t" r="r" b="b"/>
            <a:pathLst>
              <a:path w="11532843" h="12484810">
                <a:moveTo>
                  <a:pt x="0" y="0"/>
                </a:moveTo>
                <a:lnTo>
                  <a:pt x="11532844" y="0"/>
                </a:lnTo>
                <a:lnTo>
                  <a:pt x="11532844" y="12484810"/>
                </a:lnTo>
                <a:lnTo>
                  <a:pt x="0" y="12484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973175" y="7296125"/>
            <a:ext cx="4606173" cy="2990875"/>
          </a:xfrm>
          <a:custGeom>
            <a:avLst/>
            <a:gdLst/>
            <a:ahLst/>
            <a:cxnLst/>
            <a:rect l="l" t="t" r="r" b="b"/>
            <a:pathLst>
              <a:path w="4606173" h="2990875">
                <a:moveTo>
                  <a:pt x="0" y="0"/>
                </a:moveTo>
                <a:lnTo>
                  <a:pt x="4606173" y="0"/>
                </a:lnTo>
                <a:lnTo>
                  <a:pt x="4606173" y="2990875"/>
                </a:lnTo>
                <a:lnTo>
                  <a:pt x="0" y="29908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952745" y="6260406"/>
            <a:ext cx="6820511" cy="1397566"/>
            <a:chOff x="0" y="0"/>
            <a:chExt cx="1796349" cy="3680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96349" cy="368083"/>
            </a:xfrm>
            <a:custGeom>
              <a:avLst/>
              <a:gdLst/>
              <a:ahLst/>
              <a:cxnLst/>
              <a:rect l="l" t="t" r="r" b="b"/>
              <a:pathLst>
                <a:path w="1796349" h="368083">
                  <a:moveTo>
                    <a:pt x="57890" y="0"/>
                  </a:moveTo>
                  <a:lnTo>
                    <a:pt x="1738459" y="0"/>
                  </a:lnTo>
                  <a:cubicBezTo>
                    <a:pt x="1770431" y="0"/>
                    <a:pt x="1796349" y="25918"/>
                    <a:pt x="1796349" y="57890"/>
                  </a:cubicBezTo>
                  <a:lnTo>
                    <a:pt x="1796349" y="310193"/>
                  </a:lnTo>
                  <a:cubicBezTo>
                    <a:pt x="1796349" y="342165"/>
                    <a:pt x="1770431" y="368083"/>
                    <a:pt x="1738459" y="368083"/>
                  </a:cubicBezTo>
                  <a:lnTo>
                    <a:pt x="57890" y="368083"/>
                  </a:lnTo>
                  <a:cubicBezTo>
                    <a:pt x="25918" y="368083"/>
                    <a:pt x="0" y="342165"/>
                    <a:pt x="0" y="310193"/>
                  </a:cubicBezTo>
                  <a:lnTo>
                    <a:pt x="0" y="57890"/>
                  </a:lnTo>
                  <a:cubicBezTo>
                    <a:pt x="0" y="25918"/>
                    <a:pt x="25918" y="0"/>
                    <a:pt x="57890" y="0"/>
                  </a:cubicBezTo>
                  <a:close/>
                </a:path>
              </a:pathLst>
            </a:custGeom>
            <a:solidFill>
              <a:srgbClr val="FFC979"/>
            </a:solidFill>
            <a:ln w="38100" cap="rnd">
              <a:solidFill>
                <a:srgbClr val="65431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96349" cy="406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808784" y="0"/>
            <a:ext cx="2901032" cy="1661500"/>
          </a:xfrm>
          <a:custGeom>
            <a:avLst/>
            <a:gdLst/>
            <a:ahLst/>
            <a:cxnLst/>
            <a:rect l="l" t="t" r="r" b="b"/>
            <a:pathLst>
              <a:path w="2901032" h="1661500">
                <a:moveTo>
                  <a:pt x="0" y="0"/>
                </a:moveTo>
                <a:lnTo>
                  <a:pt x="2901032" y="0"/>
                </a:lnTo>
                <a:lnTo>
                  <a:pt x="2901032" y="1661500"/>
                </a:lnTo>
                <a:lnTo>
                  <a:pt x="0" y="1661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2020223">
            <a:off x="-403763" y="-78410"/>
            <a:ext cx="3142110" cy="1799572"/>
          </a:xfrm>
          <a:custGeom>
            <a:avLst/>
            <a:gdLst/>
            <a:ahLst/>
            <a:cxnLst/>
            <a:rect l="l" t="t" r="r" b="b"/>
            <a:pathLst>
              <a:path w="3142110" h="1799572">
                <a:moveTo>
                  <a:pt x="0" y="0"/>
                </a:moveTo>
                <a:lnTo>
                  <a:pt x="3142110" y="0"/>
                </a:lnTo>
                <a:lnTo>
                  <a:pt x="3142110" y="1799572"/>
                </a:lnTo>
                <a:lnTo>
                  <a:pt x="0" y="1799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0" y="7175728"/>
            <a:ext cx="4752826" cy="3086100"/>
          </a:xfrm>
          <a:custGeom>
            <a:avLst/>
            <a:gdLst/>
            <a:ahLst/>
            <a:cxnLst/>
            <a:rect l="l" t="t" r="r" b="b"/>
            <a:pathLst>
              <a:path w="4752826" h="3086100">
                <a:moveTo>
                  <a:pt x="0" y="0"/>
                </a:moveTo>
                <a:lnTo>
                  <a:pt x="4752826" y="0"/>
                </a:lnTo>
                <a:lnTo>
                  <a:pt x="4752826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944968">
            <a:off x="15627462" y="4103074"/>
            <a:ext cx="3263676" cy="3526565"/>
          </a:xfrm>
          <a:custGeom>
            <a:avLst/>
            <a:gdLst/>
            <a:ahLst/>
            <a:cxnLst/>
            <a:rect l="l" t="t" r="r" b="b"/>
            <a:pathLst>
              <a:path w="3263676" h="3526565">
                <a:moveTo>
                  <a:pt x="0" y="0"/>
                </a:moveTo>
                <a:lnTo>
                  <a:pt x="3263676" y="0"/>
                </a:lnTo>
                <a:lnTo>
                  <a:pt x="3263676" y="3526565"/>
                </a:lnTo>
                <a:lnTo>
                  <a:pt x="0" y="35265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2037366">
            <a:off x="-603138" y="4292982"/>
            <a:ext cx="3263676" cy="3526565"/>
          </a:xfrm>
          <a:custGeom>
            <a:avLst/>
            <a:gdLst/>
            <a:ahLst/>
            <a:cxnLst/>
            <a:rect l="l" t="t" r="r" b="b"/>
            <a:pathLst>
              <a:path w="3263676" h="3526565">
                <a:moveTo>
                  <a:pt x="0" y="0"/>
                </a:moveTo>
                <a:lnTo>
                  <a:pt x="3263676" y="0"/>
                </a:lnTo>
                <a:lnTo>
                  <a:pt x="3263676" y="3526565"/>
                </a:lnTo>
                <a:lnTo>
                  <a:pt x="0" y="35265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3808833">
            <a:off x="5098480" y="8551994"/>
            <a:ext cx="1151244" cy="2463751"/>
          </a:xfrm>
          <a:custGeom>
            <a:avLst/>
            <a:gdLst/>
            <a:ahLst/>
            <a:cxnLst/>
            <a:rect l="l" t="t" r="r" b="b"/>
            <a:pathLst>
              <a:path w="1151244" h="2463751">
                <a:moveTo>
                  <a:pt x="0" y="0"/>
                </a:moveTo>
                <a:lnTo>
                  <a:pt x="1151244" y="0"/>
                </a:lnTo>
                <a:lnTo>
                  <a:pt x="1151244" y="2463751"/>
                </a:lnTo>
                <a:lnTo>
                  <a:pt x="0" y="2463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58547">
            <a:off x="12258691" y="8903790"/>
            <a:ext cx="1488334" cy="1723334"/>
          </a:xfrm>
          <a:custGeom>
            <a:avLst/>
            <a:gdLst/>
            <a:ahLst/>
            <a:cxnLst/>
            <a:rect l="l" t="t" r="r" b="b"/>
            <a:pathLst>
              <a:path w="1488334" h="1723334">
                <a:moveTo>
                  <a:pt x="0" y="0"/>
                </a:moveTo>
                <a:lnTo>
                  <a:pt x="1488334" y="0"/>
                </a:lnTo>
                <a:lnTo>
                  <a:pt x="1488334" y="1723334"/>
                </a:lnTo>
                <a:lnTo>
                  <a:pt x="0" y="17233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705525" y="6549130"/>
            <a:ext cx="7314952" cy="745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2"/>
              </a:lnSpc>
            </a:pPr>
            <a:r>
              <a:rPr lang="en-US" sz="4415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Thầy và các bạn đã xem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265</Words>
  <Application>Microsoft Macintosh PowerPoint</Application>
  <PresentationFormat>Custom</PresentationFormat>
  <Paragraphs>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Comic Sans</vt:lpstr>
      <vt:lpstr>Canva Sans Bold</vt:lpstr>
      <vt:lpstr>Baloo</vt:lpstr>
      <vt:lpstr>Muli</vt:lpstr>
      <vt:lpstr>Arial</vt:lpstr>
      <vt:lpstr>Jeepers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Cream Playful Illustrative Health Talking Presentation</dc:title>
  <cp:lastModifiedBy>PHAM THANH DAO</cp:lastModifiedBy>
  <cp:revision>2</cp:revision>
  <dcterms:created xsi:type="dcterms:W3CDTF">2006-08-16T00:00:00Z</dcterms:created>
  <dcterms:modified xsi:type="dcterms:W3CDTF">2026-10-25T13:21:31Z</dcterms:modified>
  <dc:identifier>DAHYadshTPs</dc:identifier>
</cp:coreProperties>
</file>